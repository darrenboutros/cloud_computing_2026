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23.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64" r:id="rId6"/>
  </p:sldMasterIdLst>
  <p:notesMasterIdLst>
    <p:notesMasterId r:id="rId13"/>
  </p:notesMasterIdLst>
  <p:handoutMasterIdLst>
    <p:handoutMasterId r:id="rId14"/>
  </p:handoutMasterIdLst>
  <p:sldIdLst>
    <p:sldId id="2147473911" r:id="rId7"/>
    <p:sldId id="1052" r:id="rId8"/>
    <p:sldId id="2147473912" r:id="rId9"/>
    <p:sldId id="1050" r:id="rId10"/>
    <p:sldId id="2147473913" r:id="rId11"/>
    <p:sldId id="1051" r:id="rId12"/>
  </p:sldIdLst>
  <p:sldSz cx="12192000" cy="6858000"/>
  <p:notesSz cx="6858000" cy="9144000"/>
  <p:embeddedFontLst>
    <p:embeddedFont>
      <p:font typeface="Ubuntu" panose="020B0504030602030204" pitchFamily="34" charset="0"/>
      <p:regular r:id="rId15"/>
      <p:bold r:id="rId16"/>
      <p:italic r:id="rId17"/>
      <p:boldItalic r:id="rId18"/>
    </p:embeddedFont>
    <p:embeddedFont>
      <p:font typeface="Ubuntu Light" panose="020B0304030602030204" pitchFamily="34" charset="0"/>
      <p:regular r:id="rId19"/>
      <p:italic r:id="rId20"/>
    </p:embeddedFont>
    <p:embeddedFont>
      <p:font typeface="Ubuntu Medium" panose="020B0604030602030204" pitchFamily="34" charset="0"/>
      <p:regular r:id="rId21"/>
      <p:italic r:id="rId22"/>
    </p:embeddedFont>
    <p:embeddedFont>
      <p:font typeface="Verdana" panose="020B0604030504040204" pitchFamily="34" charset="0"/>
      <p:regular r:id="rId23"/>
      <p:bold r:id="rId24"/>
      <p:italic r:id="rId25"/>
      <p:boldItalic r:id="rId26"/>
    </p:embeddedFont>
  </p:embeddedFontLst>
  <p:custDataLst>
    <p:tags r:id="rId27"/>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A657"/>
    <a:srgbClr val="2B0A3D"/>
    <a:srgbClr val="A6A6A6"/>
    <a:srgbClr val="FFDA80"/>
    <a:srgbClr val="57CF80"/>
    <a:srgbClr val="12ABDB"/>
    <a:srgbClr val="E30021"/>
    <a:srgbClr val="007D74"/>
    <a:srgbClr val="590A42"/>
    <a:srgbClr val="BA29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520E2E-DF89-404E-AAEA-2E73186A0BFC}" v="28" dt="2026-02-18T06:30:35.868"/>
    <p1510:client id="{768D9388-B18C-4D8A-A930-900E067EB569}" v="3" dt="2026-02-18T07:28:54.205"/>
    <p1510:client id="{8F50511F-4366-4666-B366-7D77F9A750CE}" v="19" dt="2026-02-17T15:53:31.599"/>
    <p1510:client id="{C9B8C037-816E-437C-A25E-B12F1CD2EF03}" v="8" dt="2026-02-18T06:28:21.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57" autoAdjust="0"/>
    <p:restoredTop sz="94796" autoAdjust="0"/>
  </p:normalViewPr>
  <p:slideViewPr>
    <p:cSldViewPr snapToGrid="0">
      <p:cViewPr varScale="1">
        <p:scale>
          <a:sx n="121" d="100"/>
          <a:sy n="121" d="100"/>
        </p:scale>
        <p:origin x="859" y="91"/>
      </p:cViewPr>
      <p:guideLst>
        <p:guide orient="horz" pos="2341"/>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font" Target="fonts/font3.fntdata"/><Relationship Id="rId25" Type="http://schemas.openxmlformats.org/officeDocument/2006/relationships/font" Target="fonts/font11.fntdata"/><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font" Target="fonts/font10.fntdata"/><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gs" Target="tags/tag1.xml"/><Relationship Id="rId30" Type="http://schemas.openxmlformats.org/officeDocument/2006/relationships/theme" Target="theme/theme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ARRO, PIERRE" userId="S::pierre.navarro@capgemini.com::38352e01-c957-4b3a-ac7d-7a6a16b4cdb2" providerId="AD" clId="Web-{67520E2E-DF89-404E-AAEA-2E73186A0BFC}"/>
    <pc:docChg chg="delSld">
      <pc:chgData name="NAVARRO, PIERRE" userId="S::pierre.navarro@capgemini.com::38352e01-c957-4b3a-ac7d-7a6a16b4cdb2" providerId="AD" clId="Web-{67520E2E-DF89-404E-AAEA-2E73186A0BFC}" dt="2026-02-18T06:30:35.868" v="27"/>
      <pc:docMkLst>
        <pc:docMk/>
      </pc:docMkLst>
      <pc:sldChg chg="del">
        <pc:chgData name="NAVARRO, PIERRE" userId="S::pierre.navarro@capgemini.com::38352e01-c957-4b3a-ac7d-7a6a16b4cdb2" providerId="AD" clId="Web-{67520E2E-DF89-404E-AAEA-2E73186A0BFC}" dt="2026-02-18T06:30:35.853" v="17"/>
        <pc:sldMkLst>
          <pc:docMk/>
          <pc:sldMk cId="0" sldId="265"/>
        </pc:sldMkLst>
      </pc:sldChg>
      <pc:sldChg chg="del">
        <pc:chgData name="NAVARRO, PIERRE" userId="S::pierre.navarro@capgemini.com::38352e01-c957-4b3a-ac7d-7a6a16b4cdb2" providerId="AD" clId="Web-{67520E2E-DF89-404E-AAEA-2E73186A0BFC}" dt="2026-02-18T06:30:24.306" v="0"/>
        <pc:sldMkLst>
          <pc:docMk/>
          <pc:sldMk cId="967426923" sldId="1043"/>
        </pc:sldMkLst>
      </pc:sldChg>
      <pc:sldChg chg="del">
        <pc:chgData name="NAVARRO, PIERRE" userId="S::pierre.navarro@capgemini.com::38352e01-c957-4b3a-ac7d-7a6a16b4cdb2" providerId="AD" clId="Web-{67520E2E-DF89-404E-AAEA-2E73186A0BFC}" dt="2026-02-18T06:30:35.868" v="27"/>
        <pc:sldMkLst>
          <pc:docMk/>
          <pc:sldMk cId="1867085275" sldId="1054"/>
        </pc:sldMkLst>
      </pc:sldChg>
      <pc:sldChg chg="del">
        <pc:chgData name="NAVARRO, PIERRE" userId="S::pierre.navarro@capgemini.com::38352e01-c957-4b3a-ac7d-7a6a16b4cdb2" providerId="AD" clId="Web-{67520E2E-DF89-404E-AAEA-2E73186A0BFC}" dt="2026-02-18T06:30:35.853" v="24"/>
        <pc:sldMkLst>
          <pc:docMk/>
          <pc:sldMk cId="2164577836" sldId="1056"/>
        </pc:sldMkLst>
      </pc:sldChg>
      <pc:sldChg chg="del">
        <pc:chgData name="NAVARRO, PIERRE" userId="S::pierre.navarro@capgemini.com::38352e01-c957-4b3a-ac7d-7a6a16b4cdb2" providerId="AD" clId="Web-{67520E2E-DF89-404E-AAEA-2E73186A0BFC}" dt="2026-02-18T06:30:35.853" v="16"/>
        <pc:sldMkLst>
          <pc:docMk/>
          <pc:sldMk cId="1803535369" sldId="1057"/>
        </pc:sldMkLst>
      </pc:sldChg>
      <pc:sldChg chg="del">
        <pc:chgData name="NAVARRO, PIERRE" userId="S::pierre.navarro@capgemini.com::38352e01-c957-4b3a-ac7d-7a6a16b4cdb2" providerId="AD" clId="Web-{67520E2E-DF89-404E-AAEA-2E73186A0BFC}" dt="2026-02-18T06:30:35.853" v="15"/>
        <pc:sldMkLst>
          <pc:docMk/>
          <pc:sldMk cId="598871366" sldId="1058"/>
        </pc:sldMkLst>
      </pc:sldChg>
      <pc:sldChg chg="del">
        <pc:chgData name="NAVARRO, PIERRE" userId="S::pierre.navarro@capgemini.com::38352e01-c957-4b3a-ac7d-7a6a16b4cdb2" providerId="AD" clId="Web-{67520E2E-DF89-404E-AAEA-2E73186A0BFC}" dt="2026-02-18T06:30:35.837" v="12"/>
        <pc:sldMkLst>
          <pc:docMk/>
          <pc:sldMk cId="2154151241" sldId="1060"/>
        </pc:sldMkLst>
      </pc:sldChg>
      <pc:sldChg chg="del">
        <pc:chgData name="NAVARRO, PIERRE" userId="S::pierre.navarro@capgemini.com::38352e01-c957-4b3a-ac7d-7a6a16b4cdb2" providerId="AD" clId="Web-{67520E2E-DF89-404E-AAEA-2E73186A0BFC}" dt="2026-02-18T06:30:35.837" v="10"/>
        <pc:sldMkLst>
          <pc:docMk/>
          <pc:sldMk cId="2597848401" sldId="1061"/>
        </pc:sldMkLst>
      </pc:sldChg>
      <pc:sldChg chg="del">
        <pc:chgData name="NAVARRO, PIERRE" userId="S::pierre.navarro@capgemini.com::38352e01-c957-4b3a-ac7d-7a6a16b4cdb2" providerId="AD" clId="Web-{67520E2E-DF89-404E-AAEA-2E73186A0BFC}" dt="2026-02-18T06:30:35.837" v="7"/>
        <pc:sldMkLst>
          <pc:docMk/>
          <pc:sldMk cId="3221880962" sldId="1066"/>
        </pc:sldMkLst>
      </pc:sldChg>
      <pc:sldChg chg="del">
        <pc:chgData name="NAVARRO, PIERRE" userId="S::pierre.navarro@capgemini.com::38352e01-c957-4b3a-ac7d-7a6a16b4cdb2" providerId="AD" clId="Web-{67520E2E-DF89-404E-AAEA-2E73186A0BFC}" dt="2026-02-18T06:30:35.837" v="3"/>
        <pc:sldMkLst>
          <pc:docMk/>
          <pc:sldMk cId="3049556351" sldId="1067"/>
        </pc:sldMkLst>
      </pc:sldChg>
      <pc:sldChg chg="del">
        <pc:chgData name="NAVARRO, PIERRE" userId="S::pierre.navarro@capgemini.com::38352e01-c957-4b3a-ac7d-7a6a16b4cdb2" providerId="AD" clId="Web-{67520E2E-DF89-404E-AAEA-2E73186A0BFC}" dt="2026-02-18T06:30:35.837" v="2"/>
        <pc:sldMkLst>
          <pc:docMk/>
          <pc:sldMk cId="2685258936" sldId="1069"/>
        </pc:sldMkLst>
      </pc:sldChg>
      <pc:sldChg chg="del">
        <pc:chgData name="NAVARRO, PIERRE" userId="S::pierre.navarro@capgemini.com::38352e01-c957-4b3a-ac7d-7a6a16b4cdb2" providerId="AD" clId="Web-{67520E2E-DF89-404E-AAEA-2E73186A0BFC}" dt="2026-02-18T06:30:35.853" v="21"/>
        <pc:sldMkLst>
          <pc:docMk/>
          <pc:sldMk cId="517909602" sldId="1070"/>
        </pc:sldMkLst>
      </pc:sldChg>
      <pc:sldChg chg="del">
        <pc:chgData name="NAVARRO, PIERRE" userId="S::pierre.navarro@capgemini.com::38352e01-c957-4b3a-ac7d-7a6a16b4cdb2" providerId="AD" clId="Web-{67520E2E-DF89-404E-AAEA-2E73186A0BFC}" dt="2026-02-18T06:30:35.853" v="22"/>
        <pc:sldMkLst>
          <pc:docMk/>
          <pc:sldMk cId="550852972" sldId="1071"/>
        </pc:sldMkLst>
      </pc:sldChg>
      <pc:sldChg chg="del">
        <pc:chgData name="NAVARRO, PIERRE" userId="S::pierre.navarro@capgemini.com::38352e01-c957-4b3a-ac7d-7a6a16b4cdb2" providerId="AD" clId="Web-{67520E2E-DF89-404E-AAEA-2E73186A0BFC}" dt="2026-02-18T06:30:35.822" v="1"/>
        <pc:sldMkLst>
          <pc:docMk/>
          <pc:sldMk cId="2476419244" sldId="1072"/>
        </pc:sldMkLst>
      </pc:sldChg>
      <pc:sldChg chg="del">
        <pc:chgData name="NAVARRO, PIERRE" userId="S::pierre.navarro@capgemini.com::38352e01-c957-4b3a-ac7d-7a6a16b4cdb2" providerId="AD" clId="Web-{67520E2E-DF89-404E-AAEA-2E73186A0BFC}" dt="2026-02-18T06:30:35.853" v="20"/>
        <pc:sldMkLst>
          <pc:docMk/>
          <pc:sldMk cId="2243485920" sldId="2145706901"/>
        </pc:sldMkLst>
      </pc:sldChg>
      <pc:sldChg chg="del">
        <pc:chgData name="NAVARRO, PIERRE" userId="S::pierre.navarro@capgemini.com::38352e01-c957-4b3a-ac7d-7a6a16b4cdb2" providerId="AD" clId="Web-{67520E2E-DF89-404E-AAEA-2E73186A0BFC}" dt="2026-02-18T06:30:35.853" v="19"/>
        <pc:sldMkLst>
          <pc:docMk/>
          <pc:sldMk cId="116082778" sldId="2145706902"/>
        </pc:sldMkLst>
      </pc:sldChg>
      <pc:sldChg chg="del">
        <pc:chgData name="NAVARRO, PIERRE" userId="S::pierre.navarro@capgemini.com::38352e01-c957-4b3a-ac7d-7a6a16b4cdb2" providerId="AD" clId="Web-{67520E2E-DF89-404E-AAEA-2E73186A0BFC}" dt="2026-02-18T06:30:35.837" v="14"/>
        <pc:sldMkLst>
          <pc:docMk/>
          <pc:sldMk cId="985062224" sldId="2145706905"/>
        </pc:sldMkLst>
      </pc:sldChg>
      <pc:sldChg chg="del">
        <pc:chgData name="NAVARRO, PIERRE" userId="S::pierre.navarro@capgemini.com::38352e01-c957-4b3a-ac7d-7a6a16b4cdb2" providerId="AD" clId="Web-{67520E2E-DF89-404E-AAEA-2E73186A0BFC}" dt="2026-02-18T06:30:35.837" v="5"/>
        <pc:sldMkLst>
          <pc:docMk/>
          <pc:sldMk cId="1063764223" sldId="2145706906"/>
        </pc:sldMkLst>
      </pc:sldChg>
      <pc:sldChg chg="del">
        <pc:chgData name="NAVARRO, PIERRE" userId="S::pierre.navarro@capgemini.com::38352e01-c957-4b3a-ac7d-7a6a16b4cdb2" providerId="AD" clId="Web-{67520E2E-DF89-404E-AAEA-2E73186A0BFC}" dt="2026-02-18T06:30:35.837" v="11"/>
        <pc:sldMkLst>
          <pc:docMk/>
          <pc:sldMk cId="3416569486" sldId="2145706907"/>
        </pc:sldMkLst>
      </pc:sldChg>
      <pc:sldChg chg="del">
        <pc:chgData name="NAVARRO, PIERRE" userId="S::pierre.navarro@capgemini.com::38352e01-c957-4b3a-ac7d-7a6a16b4cdb2" providerId="AD" clId="Web-{67520E2E-DF89-404E-AAEA-2E73186A0BFC}" dt="2026-02-18T06:30:35.837" v="8"/>
        <pc:sldMkLst>
          <pc:docMk/>
          <pc:sldMk cId="296004312" sldId="2145706908"/>
        </pc:sldMkLst>
      </pc:sldChg>
      <pc:sldChg chg="del">
        <pc:chgData name="NAVARRO, PIERRE" userId="S::pierre.navarro@capgemini.com::38352e01-c957-4b3a-ac7d-7a6a16b4cdb2" providerId="AD" clId="Web-{67520E2E-DF89-404E-AAEA-2E73186A0BFC}" dt="2026-02-18T06:30:35.853" v="25"/>
        <pc:sldMkLst>
          <pc:docMk/>
          <pc:sldMk cId="3017612233" sldId="2147473898"/>
        </pc:sldMkLst>
      </pc:sldChg>
      <pc:sldChg chg="del">
        <pc:chgData name="NAVARRO, PIERRE" userId="S::pierre.navarro@capgemini.com::38352e01-c957-4b3a-ac7d-7a6a16b4cdb2" providerId="AD" clId="Web-{67520E2E-DF89-404E-AAEA-2E73186A0BFC}" dt="2026-02-18T06:30:35.868" v="26"/>
        <pc:sldMkLst>
          <pc:docMk/>
          <pc:sldMk cId="2497895636" sldId="2147473907"/>
        </pc:sldMkLst>
      </pc:sldChg>
      <pc:sldChg chg="del">
        <pc:chgData name="NAVARRO, PIERRE" userId="S::pierre.navarro@capgemini.com::38352e01-c957-4b3a-ac7d-7a6a16b4cdb2" providerId="AD" clId="Web-{67520E2E-DF89-404E-AAEA-2E73186A0BFC}" dt="2026-02-18T06:30:35.837" v="6"/>
        <pc:sldMkLst>
          <pc:docMk/>
          <pc:sldMk cId="9184643" sldId="2147473910"/>
        </pc:sldMkLst>
      </pc:sldChg>
      <pc:sldChg chg="del">
        <pc:chgData name="NAVARRO, PIERRE" userId="S::pierre.navarro@capgemini.com::38352e01-c957-4b3a-ac7d-7a6a16b4cdb2" providerId="AD" clId="Web-{67520E2E-DF89-404E-AAEA-2E73186A0BFC}" dt="2026-02-18T06:30:35.853" v="23"/>
        <pc:sldMkLst>
          <pc:docMk/>
          <pc:sldMk cId="3209488477" sldId="2147473913"/>
        </pc:sldMkLst>
      </pc:sldChg>
      <pc:sldChg chg="del">
        <pc:chgData name="NAVARRO, PIERRE" userId="S::pierre.navarro@capgemini.com::38352e01-c957-4b3a-ac7d-7a6a16b4cdb2" providerId="AD" clId="Web-{67520E2E-DF89-404E-AAEA-2E73186A0BFC}" dt="2026-02-18T06:30:35.853" v="18"/>
        <pc:sldMkLst>
          <pc:docMk/>
          <pc:sldMk cId="1677020746" sldId="2147473914"/>
        </pc:sldMkLst>
      </pc:sldChg>
      <pc:sldChg chg="del">
        <pc:chgData name="NAVARRO, PIERRE" userId="S::pierre.navarro@capgemini.com::38352e01-c957-4b3a-ac7d-7a6a16b4cdb2" providerId="AD" clId="Web-{67520E2E-DF89-404E-AAEA-2E73186A0BFC}" dt="2026-02-18T06:30:35.837" v="13"/>
        <pc:sldMkLst>
          <pc:docMk/>
          <pc:sldMk cId="3254955503" sldId="2147473915"/>
        </pc:sldMkLst>
      </pc:sldChg>
      <pc:sldChg chg="del">
        <pc:chgData name="NAVARRO, PIERRE" userId="S::pierre.navarro@capgemini.com::38352e01-c957-4b3a-ac7d-7a6a16b4cdb2" providerId="AD" clId="Web-{67520E2E-DF89-404E-AAEA-2E73186A0BFC}" dt="2026-02-18T06:30:35.837" v="9"/>
        <pc:sldMkLst>
          <pc:docMk/>
          <pc:sldMk cId="3321156226" sldId="2147473916"/>
        </pc:sldMkLst>
      </pc:sldChg>
      <pc:sldChg chg="del">
        <pc:chgData name="NAVARRO, PIERRE" userId="S::pierre.navarro@capgemini.com::38352e01-c957-4b3a-ac7d-7a6a16b4cdb2" providerId="AD" clId="Web-{67520E2E-DF89-404E-AAEA-2E73186A0BFC}" dt="2026-02-18T06:30:35.837" v="4"/>
        <pc:sldMkLst>
          <pc:docMk/>
          <pc:sldMk cId="2008388141" sldId="2147473917"/>
        </pc:sldMkLst>
      </pc:sldChg>
    </pc:docChg>
  </pc:docChgLst>
  <pc:docChgLst>
    <pc:chgData name="NAVARRO, PIERRE" userId="38352e01-c957-4b3a-ac7d-7a6a16b4cdb2" providerId="ADAL" clId="{9C167CCF-0EE5-49C3-9BA2-17B803D4EDC9}"/>
    <pc:docChg chg="undo custSel addSld modSld sldOrd">
      <pc:chgData name="NAVARRO, PIERRE" userId="38352e01-c957-4b3a-ac7d-7a6a16b4cdb2" providerId="ADAL" clId="{9C167CCF-0EE5-49C3-9BA2-17B803D4EDC9}" dt="2026-02-18T07:30:13.342" v="171" actId="20577"/>
      <pc:docMkLst>
        <pc:docMk/>
      </pc:docMkLst>
      <pc:sldChg chg="addSp modSp new mod ord">
        <pc:chgData name="NAVARRO, PIERRE" userId="38352e01-c957-4b3a-ac7d-7a6a16b4cdb2" providerId="ADAL" clId="{9C167CCF-0EE5-49C3-9BA2-17B803D4EDC9}" dt="2026-02-18T07:30:13.342" v="171" actId="20577"/>
        <pc:sldMkLst>
          <pc:docMk/>
          <pc:sldMk cId="3862398279" sldId="2147473913"/>
        </pc:sldMkLst>
        <pc:spChg chg="mod">
          <ac:chgData name="NAVARRO, PIERRE" userId="38352e01-c957-4b3a-ac7d-7a6a16b4cdb2" providerId="ADAL" clId="{9C167CCF-0EE5-49C3-9BA2-17B803D4EDC9}" dt="2026-02-18T07:28:29.087" v="119" actId="20577"/>
          <ac:spMkLst>
            <pc:docMk/>
            <pc:sldMk cId="3862398279" sldId="2147473913"/>
            <ac:spMk id="2" creationId="{22794032-28B9-92C1-A083-B19319B324A5}"/>
          </ac:spMkLst>
        </pc:spChg>
        <pc:spChg chg="add mod">
          <ac:chgData name="NAVARRO, PIERRE" userId="38352e01-c957-4b3a-ac7d-7a6a16b4cdb2" providerId="ADAL" clId="{9C167CCF-0EE5-49C3-9BA2-17B803D4EDC9}" dt="2026-02-18T07:30:13.342" v="171" actId="20577"/>
          <ac:spMkLst>
            <pc:docMk/>
            <pc:sldMk cId="3862398279" sldId="2147473913"/>
            <ac:spMk id="3" creationId="{5E86CB15-2440-D9A9-CE96-2DF91B7E3EF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dirty="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18/02/2026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‹N°›</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18/02/2026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‹N°›</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7.xml"/><Relationship Id="rId16" Type="http://schemas.openxmlformats.org/officeDocument/2006/relationships/image" Target="../media/image7.png"/><Relationship Id="rId1" Type="http://schemas.openxmlformats.org/officeDocument/2006/relationships/tags" Target="../tags/tag6.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www.facebook.com/capgemini" TargetMode="External"/><Relationship Id="rId1" Type="http://schemas.openxmlformats.org/officeDocument/2006/relationships/slideMaster" Target="../slideMasters/slideMaster3.xml"/><Relationship Id="rId6" Type="http://schemas.openxmlformats.org/officeDocument/2006/relationships/hyperlink" Target="http://www.slideshare.net/capgemini" TargetMode="External"/><Relationship Id="rId5" Type="http://schemas.openxmlformats.org/officeDocument/2006/relationships/image" Target="../media/image3.png"/><Relationship Id="rId10" Type="http://schemas.openxmlformats.org/officeDocument/2006/relationships/image" Target="../media/image17.png"/><Relationship Id="rId4" Type="http://schemas.openxmlformats.org/officeDocument/2006/relationships/hyperlink" Target="http://www.linkedin.com/company/capgemini" TargetMode="External"/><Relationship Id="rId9"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hyperlink" Target="http://www.facebook.com/capgemini" TargetMode="External"/><Relationship Id="rId1" Type="http://schemas.openxmlformats.org/officeDocument/2006/relationships/slideMaster" Target="../slideMasters/slideMaster3.xml"/><Relationship Id="rId6" Type="http://schemas.openxmlformats.org/officeDocument/2006/relationships/hyperlink" Target="http://www.slideshare.net/capgemini" TargetMode="External"/><Relationship Id="rId5" Type="http://schemas.openxmlformats.org/officeDocument/2006/relationships/image" Target="../media/image3.png"/><Relationship Id="rId10" Type="http://schemas.openxmlformats.org/officeDocument/2006/relationships/image" Target="../media/image18.png"/><Relationship Id="rId4" Type="http://schemas.openxmlformats.org/officeDocument/2006/relationships/hyperlink" Target="http://www.linkedin.com/company/capgemini" TargetMode="External"/><Relationship Id="rId9"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3.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fr-FR"/>
              <a:t>Modifiez le style du titre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fr-FR"/>
              <a:t>Modifiez le style du titre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fr-FR"/>
              <a:t>Modifiez le style du titre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fr-FR"/>
              <a:t>Modifiez le style du titre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fr-FR"/>
              <a:t>Modifiez le style du titre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fr-FR"/>
              <a:t>Modifiez le style du titre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FE52CB-A5C1-42B8-B226-A7E99CA7F92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944"/>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641207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150"/>
                                        <p:tgtEl>
                                          <p:spTgt spid="7"/>
                                        </p:tgtEl>
                                      </p:cBhvr>
                                    </p:animEffect>
                                  </p:childTnLst>
                                </p:cTn>
                              </p:par>
                              <p:par>
                                <p:cTn id="8" presetID="6" presetClass="emph" presetSubtype="0" fill="hold" nodeType="withEffect">
                                  <p:stCondLst>
                                    <p:cond delay="0"/>
                                  </p:stCondLst>
                                  <p:childTnLst>
                                    <p:animScale>
                                      <p:cBhvr>
                                        <p:cTn id="9" dur="150" fill="hold"/>
                                        <p:tgtEl>
                                          <p:spTgt spid="7"/>
                                        </p:tgtEl>
                                      </p:cBhvr>
                                      <p:by x="110000" y="110000"/>
                                    </p:animScale>
                                  </p:childTnLst>
                                </p:cTn>
                              </p:par>
                              <p:par>
                                <p:cTn id="10" presetID="6" presetClass="emph" presetSubtype="0" decel="100000" fill="hold" nodeType="withEffect">
                                  <p:stCondLst>
                                    <p:cond delay="200"/>
                                  </p:stCondLst>
                                  <p:childTnLst>
                                    <p:animScale>
                                      <p:cBhvr>
                                        <p:cTn id="11" dur="3450" fill="hold"/>
                                        <p:tgtEl>
                                          <p:spTgt spid="7"/>
                                        </p:tgtEl>
                                      </p:cBhvr>
                                      <p:by x="90990" y="90990"/>
                                    </p:animScale>
                                  </p:childTnLst>
                                </p:cTn>
                              </p:par>
                              <p:par>
                                <p:cTn id="12" presetID="10" presetClass="entr" presetSubtype="0" fill="hold" grpId="0" nodeType="withEffect">
                                  <p:stCondLst>
                                    <p:cond delay="13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10" presetClass="entr" presetSubtype="0" fill="hold" grpId="0" nodeType="withEffect">
                                  <p:stCondLst>
                                    <p:cond delay="1750"/>
                                  </p:stCondLst>
                                  <p:iterate type="wd">
                                    <p:tmPct val="16667"/>
                                  </p:iterate>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9" dur="500" fill="hold"/>
                                        <p:tgtEl>
                                          <p:spTgt spid="14"/>
                                        </p:tgtEl>
                                        <p:attrNameLst>
                                          <p:attrName>ppt_x</p:attrName>
                                          <p:attrName>ppt_y</p:attrName>
                                        </p:attrNameLst>
                                      </p:cBhvr>
                                      <p:rCtr x="0" y="-1319"/>
                                    </p:animMotion>
                                  </p:childTnLst>
                                </p:cTn>
                              </p:par>
                              <p:par>
                                <p:cTn id="20" presetID="10" presetClass="entr" presetSubtype="0" fill="hold" grpId="1" nodeType="withEffect">
                                  <p:stCondLst>
                                    <p:cond delay="12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63" presetClass="path" presetSubtype="0" decel="100000" fill="hold" grpId="0" nodeType="withEffect">
                                  <p:stCondLst>
                                    <p:cond delay="1250"/>
                                  </p:stCondLst>
                                  <p:childTnLst>
                                    <p:animMotion origin="layout" path="M -0.05937 0 L -8.33333E-7 0 " pathEditMode="relative" rAng="0" ptsTypes="AA">
                                      <p:cBhvr>
                                        <p:cTn id="24" dur="1100" fill="hold"/>
                                        <p:tgtEl>
                                          <p:spTgt spid="20"/>
                                        </p:tgtEl>
                                        <p:attrNameLst>
                                          <p:attrName>ppt_x</p:attrName>
                                          <p:attrName>ppt_y</p:attrName>
                                        </p:attrNameLst>
                                      </p:cBhvr>
                                      <p:rCtr x="2969" y="0"/>
                                    </p:animMotion>
                                  </p:childTnLst>
                                </p:cTn>
                              </p:par>
                              <p:par>
                                <p:cTn id="25" presetID="22" presetClass="entr" presetSubtype="4"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2200"/>
                                        <p:tgtEl>
                                          <p:spTgt spid="9"/>
                                        </p:tgtEl>
                                      </p:cBhvr>
                                    </p:animEffect>
                                  </p:childTnLst>
                                </p:cTn>
                              </p:par>
                              <p:par>
                                <p:cTn id="28" presetID="22" presetClass="entr" presetSubtype="2" fill="hold" nodeType="withEffect">
                                  <p:stCondLst>
                                    <p:cond delay="2100"/>
                                  </p:stCondLst>
                                  <p:childTnLst>
                                    <p:set>
                                      <p:cBhvr>
                                        <p:cTn id="29" dur="1" fill="hold">
                                          <p:stCondLst>
                                            <p:cond delay="0"/>
                                          </p:stCondLst>
                                        </p:cTn>
                                        <p:tgtEl>
                                          <p:spTgt spid="8"/>
                                        </p:tgtEl>
                                        <p:attrNameLst>
                                          <p:attrName>style.visibility</p:attrName>
                                        </p:attrNameLst>
                                      </p:cBhvr>
                                      <p:to>
                                        <p:strVal val="visible"/>
                                      </p:to>
                                    </p:set>
                                    <p:animEffect transition="in" filter="wipe(right)">
                                      <p:cBhvr>
                                        <p:cTn id="30" dur="1250"/>
                                        <p:tgtEl>
                                          <p:spTgt spid="8"/>
                                        </p:tgtEl>
                                      </p:cBhvr>
                                    </p:animEffect>
                                  </p:childTnLst>
                                </p:cTn>
                              </p:par>
                              <p:par>
                                <p:cTn id="31" presetID="22" presetClass="entr" presetSubtype="4" fill="hold" nodeType="withEffect">
                                  <p:stCondLst>
                                    <p:cond delay="330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ext Only">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478888" y="1412776"/>
            <a:ext cx="11090194" cy="3984443"/>
          </a:xfrm>
          <a:prstGeom prst="rect">
            <a:avLst/>
          </a:prstGeom>
        </p:spPr>
        <p:txBody>
          <a:bodyPr anchor="ctr"/>
          <a:lstStyle>
            <a:lvl1pPr algn="ctr">
              <a:lnSpc>
                <a:spcPct val="100000"/>
              </a:lnSpc>
              <a:defRPr sz="2400" baseline="0">
                <a:solidFill>
                  <a:schemeClr val="bg1"/>
                </a:solidFill>
                <a:latin typeface="Ubuntu" panose="020B0504030602030204" pitchFamily="34" charset="0"/>
              </a:defRPr>
            </a:lvl1pPr>
          </a:lstStyle>
          <a:p>
            <a:r>
              <a:rPr lang="en-US" altLang="ja-JP" dirty="0"/>
              <a:t>Text Here</a:t>
            </a:r>
            <a:br>
              <a:rPr lang="en-US" altLang="ja-JP" dirty="0"/>
            </a:br>
            <a:r>
              <a:rPr lang="en-US" altLang="ja-JP" dirty="0"/>
              <a:t>Text Here</a:t>
            </a:r>
            <a:endParaRPr lang="en-US" dirty="0"/>
          </a:p>
        </p:txBody>
      </p:sp>
      <p:sp>
        <p:nvSpPr>
          <p:cNvPr id="3" name="Rectangle 2">
            <a:extLst>
              <a:ext uri="{FF2B5EF4-FFF2-40B4-BE49-F238E27FC236}">
                <a16:creationId xmlns:a16="http://schemas.microsoft.com/office/drawing/2014/main" id="{E6CEEB7D-9B7D-4E1A-9801-B7FB2D53BBFA}"/>
              </a:ext>
            </a:extLst>
          </p:cNvPr>
          <p:cNvSpPr/>
          <p:nvPr userDrawn="1"/>
        </p:nvSpPr>
        <p:spPr>
          <a:xfrm>
            <a:off x="478888" y="868218"/>
            <a:ext cx="4527221" cy="13854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ext Placeholder 7">
            <a:extLst>
              <a:ext uri="{FF2B5EF4-FFF2-40B4-BE49-F238E27FC236}">
                <a16:creationId xmlns:a16="http://schemas.microsoft.com/office/drawing/2014/main" id="{B08D612B-22FC-4146-B432-E74551F38BCC}"/>
              </a:ext>
            </a:extLst>
          </p:cNvPr>
          <p:cNvSpPr txBox="1">
            <a:spLocks/>
          </p:cNvSpPr>
          <p:nvPr userDrawn="1"/>
        </p:nvSpPr>
        <p:spPr>
          <a:xfrm>
            <a:off x="8218897" y="6640533"/>
            <a:ext cx="3279135"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@Kevin Duval</a:t>
            </a:r>
            <a:endParaRPr lang="en-US" sz="800" dirty="0">
              <a:solidFill>
                <a:schemeClr val="accent2"/>
              </a:solidFill>
            </a:endParaRPr>
          </a:p>
        </p:txBody>
      </p:sp>
      <p:sp>
        <p:nvSpPr>
          <p:cNvPr id="6" name="Text Placeholder 7">
            <a:extLst>
              <a:ext uri="{FF2B5EF4-FFF2-40B4-BE49-F238E27FC236}">
                <a16:creationId xmlns:a16="http://schemas.microsoft.com/office/drawing/2014/main" id="{1EE0FEBB-557D-4310-A87B-237355022101}"/>
              </a:ext>
            </a:extLst>
          </p:cNvPr>
          <p:cNvSpPr txBox="1">
            <a:spLocks/>
          </p:cNvSpPr>
          <p:nvPr userDrawn="1"/>
        </p:nvSpPr>
        <p:spPr>
          <a:xfrm>
            <a:off x="279814" y="6650662"/>
            <a:ext cx="4270780" cy="112982"/>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dirty="0">
                <a:solidFill>
                  <a:schemeClr val="bg1">
                    <a:lumMod val="65000"/>
                  </a:schemeClr>
                </a:solidFill>
              </a:rPr>
              <a:t>IT Architect 101 - Introduction</a:t>
            </a:r>
          </a:p>
        </p:txBody>
      </p:sp>
    </p:spTree>
    <p:extLst>
      <p:ext uri="{BB962C8B-B14F-4D97-AF65-F5344CB8AC3E}">
        <p14:creationId xmlns:p14="http://schemas.microsoft.com/office/powerpoint/2010/main" val="148528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A549A8-E852-09F6-CAE6-F86D7ECEC34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F650AF3-E60F-D951-5667-E668F9DC097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Tree>
    <p:extLst>
      <p:ext uri="{BB962C8B-B14F-4D97-AF65-F5344CB8AC3E}">
        <p14:creationId xmlns:p14="http://schemas.microsoft.com/office/powerpoint/2010/main" val="32365233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e 5">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277327706"/>
      </p:ext>
    </p:extLst>
  </p:cSld>
  <p:clrMapOvr>
    <a:masterClrMapping/>
  </p:clrMapOvr>
  <p:hf sldNum="0"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1">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Image 3">
            <a:extLst>
              <a:ext uri="{FF2B5EF4-FFF2-40B4-BE49-F238E27FC236}">
                <a16:creationId xmlns:a16="http://schemas.microsoft.com/office/drawing/2014/main" id="{75AF5888-BD34-41EB-546E-BE945F03BA0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flipH="1">
            <a:off x="3429336" y="25029"/>
            <a:ext cx="8715336" cy="7220395"/>
          </a:xfrm>
          <a:prstGeom prst="rect">
            <a:avLst/>
          </a:prstGeom>
        </p:spPr>
      </p:pic>
    </p:spTree>
    <p:extLst>
      <p:ext uri="{BB962C8B-B14F-4D97-AF65-F5344CB8AC3E}">
        <p14:creationId xmlns:p14="http://schemas.microsoft.com/office/powerpoint/2010/main" val="86092243"/>
      </p:ext>
    </p:extLst>
  </p:cSld>
  <p:clrMapOvr>
    <a:masterClrMapping/>
  </p:clrMapOvr>
  <p:hf sldNum="0" hdr="0" dt="0"/>
  <p:extLst>
    <p:ext uri="{DCECCB84-F9BA-43D5-87BE-67443E8EF086}">
      <p15:sldGuideLst xmlns:p15="http://schemas.microsoft.com/office/powerpoint/2012/main">
        <p15:guide id="2" pos="742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Slide 3">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69" y="3676570"/>
            <a:ext cx="6336703"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6336704"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633670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917331516"/>
      </p:ext>
    </p:extLst>
  </p:cSld>
  <p:clrMapOvr>
    <a:masterClrMapping/>
  </p:clrMapOvr>
  <p:hf sldNum="0"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itle Slide 6">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258659976"/>
      </p:ext>
    </p:extLst>
  </p:cSld>
  <p:clrMapOvr>
    <a:masterClrMapping/>
  </p:clrMapOvr>
  <p:hf sldNum="0"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6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28077F6A-5588-29E0-312C-D1B791C90640}"/>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992C4824-37D6-415A-E6EC-6E62CD172F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20C33BE-AD5D-4D60-D7A2-A931FD4F868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B4C80064-8B28-D1EF-FC09-F0AFF3877595}"/>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B9F29B0E-E913-EB3D-4F7C-383B5615790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E0CDEF2F-7154-A5C2-D640-669D5BB07DF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2255263700"/>
      </p:ext>
    </p:extLst>
  </p:cSld>
  <p:clrMapOvr>
    <a:masterClrMapping/>
  </p:clrMapOvr>
  <p:hf sldNum="0"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Slide 6b">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118226478"/>
      </p:ext>
    </p:extLst>
  </p:cSld>
  <p:clrMapOvr>
    <a:masterClrMapping/>
  </p:clrMapOvr>
  <p:hf sldNum="0"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Slide 6c">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8" name="Group 2">
            <a:extLst>
              <a:ext uri="{FF2B5EF4-FFF2-40B4-BE49-F238E27FC236}">
                <a16:creationId xmlns:a16="http://schemas.microsoft.com/office/drawing/2014/main" id="{C6036FEE-55DE-70FD-8023-666A176E56D8}"/>
              </a:ext>
            </a:extLst>
          </p:cNvPr>
          <p:cNvGrpSpPr>
            <a:grpSpLocks noChangeAspect="1"/>
          </p:cNvGrpSpPr>
          <p:nvPr/>
        </p:nvGrpSpPr>
        <p:grpSpPr>
          <a:xfrm>
            <a:off x="1343473" y="6021288"/>
            <a:ext cx="1872000" cy="420870"/>
            <a:chOff x="5094083" y="5360390"/>
            <a:chExt cx="3039349" cy="683316"/>
          </a:xfrm>
        </p:grpSpPr>
        <p:sp>
          <p:nvSpPr>
            <p:cNvPr id="9" name="Freeform: Shape 4">
              <a:extLst>
                <a:ext uri="{FF2B5EF4-FFF2-40B4-BE49-F238E27FC236}">
                  <a16:creationId xmlns:a16="http://schemas.microsoft.com/office/drawing/2014/main" id="{B1ED800D-0360-E693-191D-220DFE10BEC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0" name="Freeform: Shape 5">
              <a:extLst>
                <a:ext uri="{FF2B5EF4-FFF2-40B4-BE49-F238E27FC236}">
                  <a16:creationId xmlns:a16="http://schemas.microsoft.com/office/drawing/2014/main" id="{95F4CCB2-170A-19BE-C942-B19098270C4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6">
              <a:extLst>
                <a:ext uri="{FF2B5EF4-FFF2-40B4-BE49-F238E27FC236}">
                  <a16:creationId xmlns:a16="http://schemas.microsoft.com/office/drawing/2014/main" id="{890A43B6-BBB1-B11D-0EB6-447FE3C6F0F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7">
              <a:extLst>
                <a:ext uri="{FF2B5EF4-FFF2-40B4-BE49-F238E27FC236}">
                  <a16:creationId xmlns:a16="http://schemas.microsoft.com/office/drawing/2014/main" id="{B0A92FC2-E6FE-6A55-A3D8-D99E8E6201E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8">
              <a:extLst>
                <a:ext uri="{FF2B5EF4-FFF2-40B4-BE49-F238E27FC236}">
                  <a16:creationId xmlns:a16="http://schemas.microsoft.com/office/drawing/2014/main" id="{1C3193CB-D868-D37B-4D53-F1726DCD2D0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313638307"/>
      </p:ext>
    </p:extLst>
  </p:cSld>
  <p:clrMapOvr>
    <a:masterClrMapping/>
  </p:clrMapOvr>
  <p:hf sldNum="0"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cSld name="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dirty="0"/>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gradFill>
            <a:gsLst>
              <a:gs pos="100000">
                <a:schemeClr val="accent1"/>
              </a:gs>
              <a:gs pos="0">
                <a:schemeClr val="accent4"/>
              </a:gs>
            </a:gsLst>
            <a:lin ang="18900000" scaled="1"/>
          </a:gradFill>
        </p:spPr>
        <p:txBody>
          <a:bodyPr wrap="square" lIns="396000" tIns="360000" rIns="504000" bIns="1080000" anchor="ctr"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 style</a:t>
            </a:r>
            <a:endParaRPr lang="en-GB" dirty="0"/>
          </a:p>
        </p:txBody>
      </p:sp>
    </p:spTree>
    <p:extLst>
      <p:ext uri="{BB962C8B-B14F-4D97-AF65-F5344CB8AC3E}">
        <p14:creationId xmlns:p14="http://schemas.microsoft.com/office/powerpoint/2010/main" val="1832733057"/>
      </p:ext>
    </p:extLst>
  </p:cSld>
  <p:clrMapOvr>
    <a:overrideClrMapping bg1="lt1" tx1="dk1" bg2="lt2" tx2="dk2" accent1="accent1" accent2="accent2" accent3="accent3" accent4="accent4" accent5="accent5" accent6="accent6" hlink="hlink" folHlink="folHlink"/>
  </p:clrMapOvr>
  <p:hf sldNum="0"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clusion">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2367334676"/>
      </p:ext>
    </p:extLst>
  </p:cSld>
  <p:clrMapOvr>
    <a:masterClrMapping/>
  </p:clrMapOvr>
  <p:hf sldNum="0"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2" name="Image 1">
            <a:extLst>
              <a:ext uri="{FF2B5EF4-FFF2-40B4-BE49-F238E27FC236}">
                <a16:creationId xmlns:a16="http://schemas.microsoft.com/office/drawing/2014/main" id="{8B5D9CCD-97AB-0A8C-8F1D-AB5C4C775A4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367808" y="-1636495"/>
            <a:ext cx="8715336" cy="7220395"/>
          </a:xfrm>
          <a:prstGeom prst="rect">
            <a:avLst/>
          </a:prstGeom>
        </p:spPr>
      </p:pic>
    </p:spTree>
    <p:extLst>
      <p:ext uri="{BB962C8B-B14F-4D97-AF65-F5344CB8AC3E}">
        <p14:creationId xmlns:p14="http://schemas.microsoft.com/office/powerpoint/2010/main" val="3182932683"/>
      </p:ext>
    </p:extLst>
  </p:cSld>
  <p:clrMapOvr>
    <a:masterClrMapping/>
  </p:clrMapOvr>
  <p:hf sldNum="0"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599426178"/>
      </p:ext>
    </p:extLst>
  </p:cSld>
  <p:clrMapOvr>
    <a:masterClrMapping/>
  </p:clrMapOvr>
  <p:hf sldNum="0" hdr="0" dt="0"/>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1_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dirty="0"/>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solidFill>
            <a:schemeClr val="bg2"/>
          </a:solidFill>
        </p:spPr>
        <p:txBody>
          <a:bodyPr wrap="square" lIns="396000" tIns="360000" rIns="504000" bIns="1080000" anchor="ctr" anchorCtr="0">
            <a:no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 style</a:t>
            </a:r>
            <a:endParaRPr lang="en-GB" dirty="0"/>
          </a:p>
        </p:txBody>
      </p:sp>
      <p:grpSp>
        <p:nvGrpSpPr>
          <p:cNvPr id="4" name="Group 1">
            <a:extLst>
              <a:ext uri="{FF2B5EF4-FFF2-40B4-BE49-F238E27FC236}">
                <a16:creationId xmlns:a16="http://schemas.microsoft.com/office/drawing/2014/main" id="{AF040B7C-BA99-80E4-ADEC-EF1A9B8AD534}"/>
              </a:ext>
            </a:extLst>
          </p:cNvPr>
          <p:cNvGrpSpPr>
            <a:grpSpLocks noChangeAspect="1"/>
          </p:cNvGrpSpPr>
          <p:nvPr/>
        </p:nvGrpSpPr>
        <p:grpSpPr>
          <a:xfrm>
            <a:off x="443236" y="6021288"/>
            <a:ext cx="1872000" cy="420870"/>
            <a:chOff x="5095385" y="4090756"/>
            <a:chExt cx="3033729" cy="682053"/>
          </a:xfrm>
        </p:grpSpPr>
        <p:sp>
          <p:nvSpPr>
            <p:cNvPr id="5" name="Freeform: Shape 2">
              <a:extLst>
                <a:ext uri="{FF2B5EF4-FFF2-40B4-BE49-F238E27FC236}">
                  <a16:creationId xmlns:a16="http://schemas.microsoft.com/office/drawing/2014/main" id="{2736C127-E287-E152-B949-1A8E281FAC35}"/>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6" name="Freeform: Shape 3">
              <a:extLst>
                <a:ext uri="{FF2B5EF4-FFF2-40B4-BE49-F238E27FC236}">
                  <a16:creationId xmlns:a16="http://schemas.microsoft.com/office/drawing/2014/main" id="{5D6417A4-47EA-8498-0976-6F6D109764A2}"/>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7" name="Freeform: Shape 4">
              <a:extLst>
                <a:ext uri="{FF2B5EF4-FFF2-40B4-BE49-F238E27FC236}">
                  <a16:creationId xmlns:a16="http://schemas.microsoft.com/office/drawing/2014/main" id="{37A9BD34-5705-83C5-110E-2B90C82970C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8" name="Freeform: Shape 14">
              <a:extLst>
                <a:ext uri="{FF2B5EF4-FFF2-40B4-BE49-F238E27FC236}">
                  <a16:creationId xmlns:a16="http://schemas.microsoft.com/office/drawing/2014/main" id="{260B643F-0DB2-200F-37FB-A4E461B941D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9" name="Freeform: Shape 20">
              <a:extLst>
                <a:ext uri="{FF2B5EF4-FFF2-40B4-BE49-F238E27FC236}">
                  <a16:creationId xmlns:a16="http://schemas.microsoft.com/office/drawing/2014/main" id="{6EDEE20B-B43D-39AA-D956-E23CEEE0D60C}"/>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303237528"/>
      </p:ext>
    </p:extLst>
  </p:cSld>
  <p:clrMapOvr>
    <a:overrideClrMapping bg1="lt1" tx1="dk1" bg2="lt2" tx2="dk2" accent1="accent1" accent2="accent2" accent3="accent3" accent4="accent4" accent5="accent5" accent6="accent6" hlink="hlink" folHlink="folHlink"/>
  </p:clrMapOvr>
  <p:hf sldNum="0" hd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163739"/>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8" name="Group 1">
            <a:extLst>
              <a:ext uri="{FF2B5EF4-FFF2-40B4-BE49-F238E27FC236}">
                <a16:creationId xmlns:a16="http://schemas.microsoft.com/office/drawing/2014/main" id="{0650393B-7E46-5ECE-4310-AF8EC7255742}"/>
              </a:ext>
            </a:extLst>
          </p:cNvPr>
          <p:cNvGrpSpPr>
            <a:grpSpLocks noChangeAspect="1"/>
          </p:cNvGrpSpPr>
          <p:nvPr/>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09E51387-52A5-B06A-AEC1-9A4DA7D2DAC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1A2D993C-1439-0B90-F87F-84C15E66CF4C}"/>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9D4A7921-9C3C-6166-B6B7-CEDC5FF28E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F10A1F9A-93B6-1683-DDEE-2FA6B370E583}"/>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74BF5A15-51F5-5003-8669-EA9C008D0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165673829"/>
      </p:ext>
    </p:extLst>
  </p:cSld>
  <p:clrMapOvr>
    <a:masterClrMapping/>
  </p:clrMapOvr>
  <p:hf sldNum="0" hdr="0" dt="0"/>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419679"/>
            <a:ext cx="4609034"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spTree>
    <p:extLst>
      <p:ext uri="{BB962C8B-B14F-4D97-AF65-F5344CB8AC3E}">
        <p14:creationId xmlns:p14="http://schemas.microsoft.com/office/powerpoint/2010/main" val="3983748038"/>
      </p:ext>
    </p:extLst>
  </p:cSld>
  <p:clrMapOvr>
    <a:masterClrMapping/>
  </p:clrMapOvr>
  <p:hf sldNum="0" hdr="0" dt="0"/>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8" name="Group 1">
            <a:extLst>
              <a:ext uri="{FF2B5EF4-FFF2-40B4-BE49-F238E27FC236}">
                <a16:creationId xmlns:a16="http://schemas.microsoft.com/office/drawing/2014/main" id="{03C5622C-AFD4-93DA-3105-DD24A1095D2B}"/>
              </a:ext>
            </a:extLst>
          </p:cNvPr>
          <p:cNvGrpSpPr>
            <a:grpSpLocks noChangeAspect="1"/>
          </p:cNvGrpSpPr>
          <p:nvPr/>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EC1F4AF4-B2D1-B383-5414-6A7CE220351C}"/>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10" name="Freeform: Shape 3">
              <a:extLst>
                <a:ext uri="{FF2B5EF4-FFF2-40B4-BE49-F238E27FC236}">
                  <a16:creationId xmlns:a16="http://schemas.microsoft.com/office/drawing/2014/main" id="{562EA075-7E1A-57B6-FA93-F8A92DA56EC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11" name="Freeform: Shape 4">
              <a:extLst>
                <a:ext uri="{FF2B5EF4-FFF2-40B4-BE49-F238E27FC236}">
                  <a16:creationId xmlns:a16="http://schemas.microsoft.com/office/drawing/2014/main" id="{ABED82B4-66F4-60A2-8FF7-76C7FFFB8AEB}"/>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2" name="Freeform: Shape 14">
              <a:extLst>
                <a:ext uri="{FF2B5EF4-FFF2-40B4-BE49-F238E27FC236}">
                  <a16:creationId xmlns:a16="http://schemas.microsoft.com/office/drawing/2014/main" id="{C403332C-6371-29E3-2335-DFAA7BE6C2F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3" name="Freeform: Shape 20">
              <a:extLst>
                <a:ext uri="{FF2B5EF4-FFF2-40B4-BE49-F238E27FC236}">
                  <a16:creationId xmlns:a16="http://schemas.microsoft.com/office/drawing/2014/main" id="{3D2D8432-F91A-C228-692F-66BF4106BFBA}"/>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1665156288"/>
      </p:ext>
    </p:extLst>
  </p:cSld>
  <p:clrMapOvr>
    <a:masterClrMapping/>
  </p:clrMapOvr>
  <p:hf sldNum="0" hdr="0" dt="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dirty="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dirty="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dirty="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dirty="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dirty="0"/>
            </a:p>
          </p:txBody>
        </p:sp>
      </p:grpSp>
    </p:spTree>
    <p:extLst>
      <p:ext uri="{BB962C8B-B14F-4D97-AF65-F5344CB8AC3E}">
        <p14:creationId xmlns:p14="http://schemas.microsoft.com/office/powerpoint/2010/main" val="3619143638"/>
      </p:ext>
    </p:extLst>
  </p:cSld>
  <p:clrMapOvr>
    <a:masterClrMapping/>
  </p:clrMapOvr>
  <p:hf sldNum="0" hdr="0" dt="0"/>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dirty="0"/>
              <a:t>Click to edit Agenda</a:t>
            </a:r>
            <a:endParaRPr lang="en-GB" dirty="0"/>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2262630553"/>
      </p:ext>
    </p:extLst>
  </p:cSld>
  <p:clrMapOvr>
    <a:masterClrMapping/>
  </p:clrMapOvr>
  <p:hf sldNum="0"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fr-FR"/>
              <a:t>Modifiez le style du titre</a:t>
            </a:r>
            <a:endParaRPr lang="en-US" dirty="0"/>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1884594460"/>
      </p:ext>
    </p:extLst>
  </p:cSld>
  <p:clrMapOvr>
    <a:masterClrMapping/>
  </p:clrMapOvr>
  <p:hf sldNum="0"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fr-FR"/>
              <a:t>Modifiez le style du titre</a:t>
            </a:r>
            <a:endParaRPr lang="en-US" dirty="0"/>
          </a:p>
        </p:txBody>
      </p:sp>
    </p:spTree>
    <p:extLst>
      <p:ext uri="{BB962C8B-B14F-4D97-AF65-F5344CB8AC3E}">
        <p14:creationId xmlns:p14="http://schemas.microsoft.com/office/powerpoint/2010/main" val="3471281419"/>
      </p:ext>
    </p:extLst>
  </p:cSld>
  <p:clrMapOvr>
    <a:masterClrMapping/>
  </p:clrMapOvr>
  <p:hf sldNum="0"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Agenda">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5951984" y="162877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5951984" y="2221388"/>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5951984" y="281400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5951984" y="3406614"/>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5951984" y="3999227"/>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5951984" y="459184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8640763" cy="792163"/>
          </a:xfrm>
        </p:spPr>
        <p:txBody>
          <a:bodyPr/>
          <a:lstStyle>
            <a:lvl1pPr>
              <a:defRPr>
                <a:solidFill>
                  <a:schemeClr val="tx1"/>
                </a:solidFill>
              </a:defRPr>
            </a:lvl1pPr>
          </a:lstStyle>
          <a:p>
            <a:r>
              <a:rPr lang="fr-FR"/>
              <a:t>Modifiez le style du titre</a:t>
            </a:r>
            <a:endParaRPr lang="en-US" dirty="0"/>
          </a:p>
        </p:txBody>
      </p:sp>
      <p:sp>
        <p:nvSpPr>
          <p:cNvPr id="5" name="Espace réservé pour une image  4">
            <a:extLst>
              <a:ext uri="{FF2B5EF4-FFF2-40B4-BE49-F238E27FC236}">
                <a16:creationId xmlns:a16="http://schemas.microsoft.com/office/drawing/2014/main" id="{5449900E-987A-B10E-123E-7DC13509743D}"/>
              </a:ext>
            </a:extLst>
          </p:cNvPr>
          <p:cNvSpPr>
            <a:spLocks noGrp="1"/>
          </p:cNvSpPr>
          <p:nvPr>
            <p:ph type="pic" sz="quarter" idx="33"/>
          </p:nvPr>
        </p:nvSpPr>
        <p:spPr>
          <a:xfrm>
            <a:off x="0" y="1268413"/>
            <a:ext cx="5519738" cy="5113337"/>
          </a:xfrm>
        </p:spPr>
        <p:txBody>
          <a:bodyPr/>
          <a:lstStyle/>
          <a:p>
            <a:r>
              <a:rPr lang="fr-FR"/>
              <a:t>Cliquez sur l'icône pour ajouter une image</a:t>
            </a:r>
            <a:endParaRPr lang="en-US"/>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5951984" y="518445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5951984" y="5777069"/>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Tree>
    <p:extLst>
      <p:ext uri="{BB962C8B-B14F-4D97-AF65-F5344CB8AC3E}">
        <p14:creationId xmlns:p14="http://schemas.microsoft.com/office/powerpoint/2010/main" val="1263334281"/>
      </p:ext>
    </p:extLst>
  </p:cSld>
  <p:clrMapOvr>
    <a:masterClrMapping/>
  </p:clrMapOvr>
  <p:hf sldNum="0"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4_Agenda">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CCF694C-872E-0362-0664-84FE017FBD57}"/>
              </a:ext>
            </a:extLst>
          </p:cNvPr>
          <p:cNvSpPr/>
          <p:nvPr/>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407565" y="186370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407565" y="2456315"/>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407565" y="304892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407565" y="3641541"/>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407565" y="4234154"/>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407565" y="482676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5472411" cy="792163"/>
          </a:xfrm>
        </p:spPr>
        <p:txBody>
          <a:bodyPr/>
          <a:lstStyle>
            <a:lvl1pPr>
              <a:defRPr>
                <a:solidFill>
                  <a:schemeClr val="tx1"/>
                </a:solidFill>
              </a:defRPr>
            </a:lvl1pPr>
          </a:lstStyle>
          <a:p>
            <a:r>
              <a:rPr lang="fr-FR"/>
              <a:t>Modifiez le style du titre</a:t>
            </a:r>
            <a:endParaRPr lang="en-US" dirty="0"/>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407565" y="541938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407565" y="6011996"/>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Tree>
    <p:extLst>
      <p:ext uri="{BB962C8B-B14F-4D97-AF65-F5344CB8AC3E}">
        <p14:creationId xmlns:p14="http://schemas.microsoft.com/office/powerpoint/2010/main" val="1035709462"/>
      </p:ext>
    </p:extLst>
  </p:cSld>
  <p:clrMapOvr>
    <a:masterClrMapping/>
  </p:clrMapOvr>
  <p:hf sldNum="0"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Divider Page">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grpSp>
        <p:nvGrpSpPr>
          <p:cNvPr id="3" name="Group 37">
            <a:extLst>
              <a:ext uri="{FF2B5EF4-FFF2-40B4-BE49-F238E27FC236}">
                <a16:creationId xmlns:a16="http://schemas.microsoft.com/office/drawing/2014/main" id="{5AD1E928-17A7-8076-E72F-603525614D7F}"/>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A4C59602-5684-DA3C-4D8A-30F7343DD0D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39C738EB-51DE-C704-B75C-84CBCD5D68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60289331"/>
      </p:ext>
    </p:extLst>
  </p:cSld>
  <p:clrMapOvr>
    <a:masterClrMapping/>
  </p:clrMapOvr>
  <p:hf sldNum="0"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Divider P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1277694250"/>
      </p:ext>
    </p:extLst>
  </p:cSld>
  <p:clrMapOvr>
    <a:masterClrMapping/>
  </p:clrMapOvr>
  <p:hf sldNum="0"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14269419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792560304"/>
      </p:ext>
    </p:extLst>
  </p:cSld>
  <p:clrMapOvr>
    <a:masterClrMapping/>
  </p:clrMapOvr>
  <p:hf sldNum="0"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fr-FR"/>
              <a:t>Modifiez le style du titre</a:t>
            </a:r>
            <a:endParaRPr lang="de-DE" dirty="0"/>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Tree>
    <p:extLst>
      <p:ext uri="{BB962C8B-B14F-4D97-AF65-F5344CB8AC3E}">
        <p14:creationId xmlns:p14="http://schemas.microsoft.com/office/powerpoint/2010/main" val="190586606"/>
      </p:ext>
    </p:extLst>
  </p:cSld>
  <p:clrMapOvr>
    <a:masterClrMapping/>
  </p:clrMapOvr>
  <p:hf sldNum="0"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8F3953-316A-B430-FE17-F219A7EE0626}"/>
              </a:ext>
            </a:extLst>
          </p:cNvPr>
          <p:cNvSpPr>
            <a:spLocks noGrp="1"/>
          </p:cNvSpPr>
          <p:nvPr>
            <p:ph type="title"/>
          </p:nvPr>
        </p:nvSpPr>
        <p:spPr/>
        <p:txBody>
          <a:bodyPr/>
          <a:lstStyle/>
          <a:p>
            <a:r>
              <a:rPr lang="fr-FR"/>
              <a:t>Modifiez le style du titre</a:t>
            </a:r>
            <a:endParaRPr lang="en-US"/>
          </a:p>
        </p:txBody>
      </p:sp>
      <p:sp>
        <p:nvSpPr>
          <p:cNvPr id="3" name="Text Placeholder 7">
            <a:extLst>
              <a:ext uri="{FF2B5EF4-FFF2-40B4-BE49-F238E27FC236}">
                <a16:creationId xmlns:a16="http://schemas.microsoft.com/office/drawing/2014/main" id="{49BC7447-5EDE-45B1-8FE5-B3F4F93D2FEB}"/>
              </a:ext>
            </a:extLst>
          </p:cNvPr>
          <p:cNvSpPr>
            <a:spLocks noGrp="1"/>
          </p:cNvSpPr>
          <p:nvPr>
            <p:ph type="body" sz="quarter" idx="12" hasCustomPrompt="1"/>
          </p:nvPr>
        </p:nvSpPr>
        <p:spPr>
          <a:xfrm>
            <a:off x="407989" y="1628775"/>
            <a:ext cx="5532086"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4" name="Text Placeholder 7">
            <a:extLst>
              <a:ext uri="{FF2B5EF4-FFF2-40B4-BE49-F238E27FC236}">
                <a16:creationId xmlns:a16="http://schemas.microsoft.com/office/drawing/2014/main" id="{35CBB3CA-52BC-F9EF-5805-F1F9D912DB58}"/>
              </a:ext>
            </a:extLst>
          </p:cNvPr>
          <p:cNvSpPr>
            <a:spLocks noGrp="1"/>
          </p:cNvSpPr>
          <p:nvPr>
            <p:ph type="body" sz="quarter" idx="10"/>
          </p:nvPr>
        </p:nvSpPr>
        <p:spPr>
          <a:xfrm>
            <a:off x="414972" y="2506942"/>
            <a:ext cx="5525185" cy="3743963"/>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7">
            <a:extLst>
              <a:ext uri="{FF2B5EF4-FFF2-40B4-BE49-F238E27FC236}">
                <a16:creationId xmlns:a16="http://schemas.microsoft.com/office/drawing/2014/main" id="{C5D9D41C-6A18-9349-55BE-94DED28E30EA}"/>
              </a:ext>
            </a:extLst>
          </p:cNvPr>
          <p:cNvSpPr>
            <a:spLocks noGrp="1"/>
          </p:cNvSpPr>
          <p:nvPr>
            <p:ph type="body" sz="quarter" idx="13" hasCustomPrompt="1"/>
          </p:nvPr>
        </p:nvSpPr>
        <p:spPr>
          <a:xfrm>
            <a:off x="6332425" y="1628775"/>
            <a:ext cx="5451505"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6" name="Text Placeholder 7">
            <a:extLst>
              <a:ext uri="{FF2B5EF4-FFF2-40B4-BE49-F238E27FC236}">
                <a16:creationId xmlns:a16="http://schemas.microsoft.com/office/drawing/2014/main" id="{7B44136C-3018-5130-3AC3-47B22ACD9DA3}"/>
              </a:ext>
            </a:extLst>
          </p:cNvPr>
          <p:cNvSpPr>
            <a:spLocks noGrp="1"/>
          </p:cNvSpPr>
          <p:nvPr>
            <p:ph type="body" sz="quarter" idx="14"/>
          </p:nvPr>
        </p:nvSpPr>
        <p:spPr>
          <a:xfrm>
            <a:off x="6332425" y="2506943"/>
            <a:ext cx="5444603" cy="3743962"/>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144943538"/>
      </p:ext>
    </p:extLst>
  </p:cSld>
  <p:clrMapOvr>
    <a:masterClrMapping/>
  </p:clrMapOvr>
  <p:hf sldNum="0"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3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BF5EC-92A5-4E9A-F280-EB30FFBC07C4}"/>
              </a:ext>
            </a:extLst>
          </p:cNvPr>
          <p:cNvSpPr>
            <a:spLocks noGrp="1"/>
          </p:cNvSpPr>
          <p:nvPr>
            <p:ph type="title"/>
          </p:nvPr>
        </p:nvSpPr>
        <p:spPr/>
        <p:txBody>
          <a:bodyPr/>
          <a:lstStyle/>
          <a:p>
            <a:r>
              <a:rPr lang="fr-FR"/>
              <a:t>Modifiez le style du titre</a:t>
            </a:r>
            <a:endParaRPr lang="en-US"/>
          </a:p>
        </p:txBody>
      </p:sp>
      <p:sp>
        <p:nvSpPr>
          <p:cNvPr id="3" name="Text Placeholder 7">
            <a:extLst>
              <a:ext uri="{FF2B5EF4-FFF2-40B4-BE49-F238E27FC236}">
                <a16:creationId xmlns:a16="http://schemas.microsoft.com/office/drawing/2014/main" id="{9CD9F072-6C90-9A95-A50F-DCA5FC167DC4}"/>
              </a:ext>
            </a:extLst>
          </p:cNvPr>
          <p:cNvSpPr>
            <a:spLocks noGrp="1"/>
          </p:cNvSpPr>
          <p:nvPr>
            <p:ph type="body" sz="quarter" idx="12" hasCustomPrompt="1"/>
          </p:nvPr>
        </p:nvSpPr>
        <p:spPr>
          <a:xfrm>
            <a:off x="414971" y="1628775"/>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4" name="Text Placeholder 7">
            <a:extLst>
              <a:ext uri="{FF2B5EF4-FFF2-40B4-BE49-F238E27FC236}">
                <a16:creationId xmlns:a16="http://schemas.microsoft.com/office/drawing/2014/main" id="{D1B0A4F3-549E-71F6-BE52-B382C47A49E5}"/>
              </a:ext>
            </a:extLst>
          </p:cNvPr>
          <p:cNvSpPr>
            <a:spLocks noGrp="1"/>
          </p:cNvSpPr>
          <p:nvPr>
            <p:ph type="body" sz="quarter" idx="10"/>
          </p:nvPr>
        </p:nvSpPr>
        <p:spPr>
          <a:xfrm>
            <a:off x="414971"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7">
            <a:extLst>
              <a:ext uri="{FF2B5EF4-FFF2-40B4-BE49-F238E27FC236}">
                <a16:creationId xmlns:a16="http://schemas.microsoft.com/office/drawing/2014/main" id="{A4B6F29C-F89C-245A-B142-516CCF154314}"/>
              </a:ext>
            </a:extLst>
          </p:cNvPr>
          <p:cNvSpPr>
            <a:spLocks noGrp="1"/>
          </p:cNvSpPr>
          <p:nvPr>
            <p:ph type="body" sz="quarter" idx="15" hasCustomPrompt="1"/>
          </p:nvPr>
        </p:nvSpPr>
        <p:spPr>
          <a:xfrm>
            <a:off x="4260000"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6" name="Text Placeholder 7">
            <a:extLst>
              <a:ext uri="{FF2B5EF4-FFF2-40B4-BE49-F238E27FC236}">
                <a16:creationId xmlns:a16="http://schemas.microsoft.com/office/drawing/2014/main" id="{DD618B66-9577-9BCD-E317-0B5976EC205B}"/>
              </a:ext>
            </a:extLst>
          </p:cNvPr>
          <p:cNvSpPr>
            <a:spLocks noGrp="1"/>
          </p:cNvSpPr>
          <p:nvPr>
            <p:ph type="body" sz="quarter" idx="14"/>
          </p:nvPr>
        </p:nvSpPr>
        <p:spPr>
          <a:xfrm>
            <a:off x="4260000"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Text Placeholder 7">
            <a:extLst>
              <a:ext uri="{FF2B5EF4-FFF2-40B4-BE49-F238E27FC236}">
                <a16:creationId xmlns:a16="http://schemas.microsoft.com/office/drawing/2014/main" id="{FD81C950-E364-B77A-5216-238E0BB40E8F}"/>
              </a:ext>
            </a:extLst>
          </p:cNvPr>
          <p:cNvSpPr>
            <a:spLocks noGrp="1"/>
          </p:cNvSpPr>
          <p:nvPr>
            <p:ph type="body" sz="quarter" idx="17" hasCustomPrompt="1"/>
          </p:nvPr>
        </p:nvSpPr>
        <p:spPr>
          <a:xfrm>
            <a:off x="8105029"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8" name="Text Placeholder 7">
            <a:extLst>
              <a:ext uri="{FF2B5EF4-FFF2-40B4-BE49-F238E27FC236}">
                <a16:creationId xmlns:a16="http://schemas.microsoft.com/office/drawing/2014/main" id="{560BE233-FA65-E9BC-C55B-5E4EBC8DB46B}"/>
              </a:ext>
            </a:extLst>
          </p:cNvPr>
          <p:cNvSpPr>
            <a:spLocks noGrp="1"/>
          </p:cNvSpPr>
          <p:nvPr>
            <p:ph type="body" sz="quarter" idx="16"/>
          </p:nvPr>
        </p:nvSpPr>
        <p:spPr>
          <a:xfrm>
            <a:off x="8105029"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711681704"/>
      </p:ext>
    </p:extLst>
  </p:cSld>
  <p:clrMapOvr>
    <a:masterClrMapping/>
  </p:clrMapOvr>
  <p:hf sldNum="0"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375237"/>
      </p:ext>
    </p:extLst>
  </p:cSld>
  <p:clrMapOvr>
    <a:masterClrMapping/>
  </p:clrMapOvr>
  <p:hf sldNum="0"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fr-FR"/>
              <a:t>Modifiez le style du titre</a:t>
            </a:r>
            <a:endParaRPr lang="en-US" dirty="0"/>
          </a:p>
        </p:txBody>
      </p:sp>
    </p:spTree>
    <p:extLst>
      <p:ext uri="{BB962C8B-B14F-4D97-AF65-F5344CB8AC3E}">
        <p14:creationId xmlns:p14="http://schemas.microsoft.com/office/powerpoint/2010/main" val="2130988883"/>
      </p:ext>
    </p:extLst>
  </p:cSld>
  <p:clrMapOvr>
    <a:masterClrMapping/>
  </p:clrMapOvr>
  <p:hf sldNum="0"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3500456481"/>
      </p:ext>
    </p:extLst>
  </p:cSld>
  <p:clrMapOvr>
    <a:masterClrMapping/>
  </p:clrMapOvr>
  <p:hf sldNum="0"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23085646"/>
      </p:ext>
    </p:extLst>
  </p:cSld>
  <p:clrMapOvr>
    <a:masterClrMapping/>
  </p:clrMapOvr>
  <p:hf sldNum="0"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669738"/>
      </p:ext>
    </p:extLst>
  </p:cSld>
  <p:clrMapOvr>
    <a:masterClrMapping/>
  </p:clrMapOvr>
  <p:hf sldNum="0"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lvl1pPr>
              <a:lnSpc>
                <a:spcPct val="100000"/>
              </a:lnSpc>
              <a:defRPr/>
            </a:lvl1pPr>
          </a:lstStyle>
          <a:p>
            <a:r>
              <a:rPr lang="fr-FR"/>
              <a:t>Modifiez le style du titre</a:t>
            </a:r>
            <a:endParaRPr lang="en-US"/>
          </a:p>
        </p:txBody>
      </p:sp>
    </p:spTree>
    <p:extLst>
      <p:ext uri="{BB962C8B-B14F-4D97-AF65-F5344CB8AC3E}">
        <p14:creationId xmlns:p14="http://schemas.microsoft.com/office/powerpoint/2010/main" val="2864105812"/>
      </p:ext>
    </p:extLst>
  </p:cSld>
  <p:clrMapOvr>
    <a:masterClrMapping/>
  </p:clrMapOvr>
  <p:hf sldNum="0" hdr="0" dt="0"/>
  <p:extLst>
    <p:ext uri="{DCECCB84-F9BA-43D5-87BE-67443E8EF086}">
      <p15:sldGuideLst xmlns:p15="http://schemas.microsoft.com/office/powerpoint/2012/main">
        <p15:guide id="1" pos="506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5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2852936"/>
            <a:ext cx="7409221" cy="2879526"/>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1122908"/>
            <a:ext cx="7409221" cy="1369988"/>
          </a:xfrm>
        </p:spPr>
        <p:txBody>
          <a:bodyPr/>
          <a:lstStyle>
            <a:lvl1pPr>
              <a:lnSpc>
                <a:spcPct val="100000"/>
              </a:lnSpc>
              <a:defRPr/>
            </a:lvl1pPr>
          </a:lstStyle>
          <a:p>
            <a:r>
              <a:rPr lang="fr-FR"/>
              <a:t>Modifiez le style du titre</a:t>
            </a:r>
            <a:endParaRPr lang="en-US" dirty="0"/>
          </a:p>
        </p:txBody>
      </p:sp>
    </p:spTree>
    <p:extLst>
      <p:ext uri="{BB962C8B-B14F-4D97-AF65-F5344CB8AC3E}">
        <p14:creationId xmlns:p14="http://schemas.microsoft.com/office/powerpoint/2010/main" val="1322250084"/>
      </p:ext>
    </p:extLst>
  </p:cSld>
  <p:clrMapOvr>
    <a:masterClrMapping/>
  </p:clrMapOvr>
  <p:hf sldNum="0" hdr="0" dt="0"/>
  <p:extLst>
    <p:ext uri="{DCECCB84-F9BA-43D5-87BE-67443E8EF086}">
      <p15:sldGuideLst xmlns:p15="http://schemas.microsoft.com/office/powerpoint/2012/main">
        <p15:guide id="1" pos="506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2618615557"/>
      </p:ext>
    </p:extLst>
  </p:cSld>
  <p:clrMapOvr>
    <a:masterClrMapping/>
  </p:clrMapOvr>
  <p:hf sldNum="0"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fr-FR"/>
              <a:t>Modifiez le style du titre</a:t>
            </a:r>
            <a:endParaRPr lang="en-US"/>
          </a:p>
        </p:txBody>
      </p:sp>
    </p:spTree>
    <p:extLst>
      <p:ext uri="{BB962C8B-B14F-4D97-AF65-F5344CB8AC3E}">
        <p14:creationId xmlns:p14="http://schemas.microsoft.com/office/powerpoint/2010/main" val="2552360676"/>
      </p:ext>
    </p:extLst>
  </p:cSld>
  <p:clrMapOvr>
    <a:masterClrMapping/>
  </p:clrMapOvr>
  <p:hf sldNum="0" hdr="0" dt="0"/>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fr-FR"/>
              <a:t>Modifiez le style du titre</a:t>
            </a:r>
            <a:endParaRPr lang="en-US"/>
          </a:p>
        </p:txBody>
      </p:sp>
    </p:spTree>
    <p:extLst>
      <p:ext uri="{BB962C8B-B14F-4D97-AF65-F5344CB8AC3E}">
        <p14:creationId xmlns:p14="http://schemas.microsoft.com/office/powerpoint/2010/main" val="3459102077"/>
      </p:ext>
    </p:extLst>
  </p:cSld>
  <p:clrMapOvr>
    <a:masterClrMapping/>
  </p:clrMapOvr>
  <p:hf sldNum="0" hd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249954CA-1B4C-479D-8956-C152CD1D4255}"/>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981693143"/>
      </p:ext>
    </p:extLst>
  </p:cSld>
  <p:clrMapOvr>
    <a:masterClrMapping/>
  </p:clrMapOvr>
  <p:hf sldNum="0" hd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2413131673"/>
      </p:ext>
    </p:extLst>
  </p:cSld>
  <p:clrMapOvr>
    <a:masterClrMapping/>
  </p:clrMapOvr>
  <p:hf sldNum="0" hd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2829886209"/>
      </p:ext>
    </p:extLst>
  </p:cSld>
  <p:clrMapOvr>
    <a:masterClrMapping/>
  </p:clrMapOvr>
  <p:hf sldNum="0"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Title Subtitle Content Grey">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fr-FR"/>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grpSp>
        <p:nvGrpSpPr>
          <p:cNvPr id="3" name="Group 37">
            <a:extLst>
              <a:ext uri="{FF2B5EF4-FFF2-40B4-BE49-F238E27FC236}">
                <a16:creationId xmlns:a16="http://schemas.microsoft.com/office/drawing/2014/main" id="{B0C581DC-AC70-A4F0-51CB-1FA6B08A37BE}"/>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63F60F5E-5D27-779B-6E8E-C919398219A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A979E7CA-B1A9-8298-494D-03780A9E57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64715501"/>
      </p:ext>
    </p:extLst>
  </p:cSld>
  <p:clrMapOvr>
    <a:masterClrMapping/>
  </p:clrMapOvr>
  <p:hf sldNum="0" hd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grpSp>
        <p:nvGrpSpPr>
          <p:cNvPr id="4" name="Group 37">
            <a:extLst>
              <a:ext uri="{FF2B5EF4-FFF2-40B4-BE49-F238E27FC236}">
                <a16:creationId xmlns:a16="http://schemas.microsoft.com/office/drawing/2014/main" id="{9B4384E0-E70E-1D2F-00F4-6E8113E6115B}"/>
              </a:ext>
            </a:extLst>
          </p:cNvPr>
          <p:cNvGrpSpPr/>
          <p:nvPr/>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DEADA429-607C-23EB-6562-F893EB6AB13A}"/>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FE473CBE-1F40-1799-0531-AC4BB82893E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46341884"/>
      </p:ext>
    </p:extLst>
  </p:cSld>
  <p:clrMapOvr>
    <a:masterClrMapping/>
  </p:clrMapOvr>
  <p:hf sldNum="0" hdr="0" dt="0"/>
  <p:extLst>
    <p:ext uri="{DCECCB84-F9BA-43D5-87BE-67443E8EF086}">
      <p15:sldGuideLst xmlns:p15="http://schemas.microsoft.com/office/powerpoint/2012/main">
        <p15:guide id="1" pos="5019">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2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grpSp>
        <p:nvGrpSpPr>
          <p:cNvPr id="4" name="Group 37">
            <a:extLst>
              <a:ext uri="{FF2B5EF4-FFF2-40B4-BE49-F238E27FC236}">
                <a16:creationId xmlns:a16="http://schemas.microsoft.com/office/drawing/2014/main" id="{7A334606-8EE3-365F-25B8-44D290069C7A}"/>
              </a:ext>
            </a:extLst>
          </p:cNvPr>
          <p:cNvGrpSpPr/>
          <p:nvPr/>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9327B499-75BC-B2BA-955E-89BC1B5BA08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830903CF-8165-AFC6-912A-B0D50B5352C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722657967"/>
      </p:ext>
    </p:extLst>
  </p:cSld>
  <p:clrMapOvr>
    <a:masterClrMapping/>
  </p:clrMapOvr>
  <p:hf sldNum="0" hd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3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fr-FR"/>
              <a:t>Modifiez le style du titre</a:t>
            </a:r>
            <a:endParaRPr lang="en-US" dirty="0"/>
          </a:p>
        </p:txBody>
      </p:sp>
      <p:grpSp>
        <p:nvGrpSpPr>
          <p:cNvPr id="3" name="Group 37">
            <a:extLst>
              <a:ext uri="{FF2B5EF4-FFF2-40B4-BE49-F238E27FC236}">
                <a16:creationId xmlns:a16="http://schemas.microsoft.com/office/drawing/2014/main" id="{F75C5998-60B8-E90F-ABC5-B2B44AE3671E}"/>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7AA8B914-E494-3BE7-D1C9-625A618D7BB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8C9E80B-66E6-FE75-51F4-FE53C769FD6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295697386"/>
      </p:ext>
    </p:extLst>
  </p:cSld>
  <p:clrMapOvr>
    <a:masterClrMapping/>
  </p:clrMapOvr>
  <p:hf sldNum="0" hdr="0" dt="0"/>
  <p:extLst>
    <p:ext uri="{DCECCB84-F9BA-43D5-87BE-67443E8EF086}">
      <p15:sldGuideLst xmlns:p15="http://schemas.microsoft.com/office/powerpoint/2012/main">
        <p15:guide id="1" pos="511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4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fr-FR"/>
              <a:t>Modifiez le style du titre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grpSp>
        <p:nvGrpSpPr>
          <p:cNvPr id="2" name="Group 37">
            <a:extLst>
              <a:ext uri="{FF2B5EF4-FFF2-40B4-BE49-F238E27FC236}">
                <a16:creationId xmlns:a16="http://schemas.microsoft.com/office/drawing/2014/main" id="{7A1A8CC8-8DC5-C9DB-BF05-A632200BAA79}"/>
              </a:ext>
            </a:extLst>
          </p:cNvPr>
          <p:cNvGrpSpPr/>
          <p:nvPr/>
        </p:nvGrpSpPr>
        <p:grpSpPr>
          <a:xfrm>
            <a:off x="11501102" y="171573"/>
            <a:ext cx="419436" cy="388087"/>
            <a:chOff x="5481638" y="2859088"/>
            <a:chExt cx="1231900" cy="1139825"/>
          </a:xfrm>
          <a:solidFill>
            <a:schemeClr val="bg1"/>
          </a:solidFill>
        </p:grpSpPr>
        <p:sp>
          <p:nvSpPr>
            <p:cNvPr id="3" name="Freeform 320">
              <a:extLst>
                <a:ext uri="{FF2B5EF4-FFF2-40B4-BE49-F238E27FC236}">
                  <a16:creationId xmlns:a16="http://schemas.microsoft.com/office/drawing/2014/main" id="{9FD445ED-7589-8F2E-2555-68F99651CF5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 name="Freeform 321">
              <a:extLst>
                <a:ext uri="{FF2B5EF4-FFF2-40B4-BE49-F238E27FC236}">
                  <a16:creationId xmlns:a16="http://schemas.microsoft.com/office/drawing/2014/main" id="{D611104C-45C2-A6EE-6C88-7B5A09068B1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670345527"/>
      </p:ext>
    </p:extLst>
  </p:cSld>
  <p:clrMapOvr>
    <a:masterClrMapping/>
  </p:clrMapOvr>
  <p:hf sldNum="0" hd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Disposition personnalisée">
    <p:bg>
      <p:bgPr>
        <a:gradFill flip="none" rotWithShape="1">
          <a:gsLst>
            <a:gs pos="0">
              <a:schemeClr val="accent4"/>
            </a:gs>
            <a:gs pos="100000">
              <a:schemeClr val="accent1"/>
            </a:gs>
          </a:gsLst>
          <a:lin ang="18900000" scaled="1"/>
          <a:tileRect/>
        </a:gradFill>
        <a:effectLst/>
      </p:bgPr>
    </p:bg>
    <p:spTree>
      <p:nvGrpSpPr>
        <p:cNvPr id="1" name=""/>
        <p:cNvGrpSpPr/>
        <p:nvPr/>
      </p:nvGrpSpPr>
      <p:grpSpPr>
        <a:xfrm>
          <a:off x="0" y="0"/>
          <a:ext cx="0" cy="0"/>
          <a:chOff x="0" y="0"/>
          <a:chExt cx="0" cy="0"/>
        </a:xfrm>
      </p:grpSpPr>
      <p:grpSp>
        <p:nvGrpSpPr>
          <p:cNvPr id="3" name="Group 37">
            <a:extLst>
              <a:ext uri="{FF2B5EF4-FFF2-40B4-BE49-F238E27FC236}">
                <a16:creationId xmlns:a16="http://schemas.microsoft.com/office/drawing/2014/main" id="{1061E678-75D4-A1A0-2B62-B9EE7897ADC9}"/>
              </a:ext>
            </a:extLst>
          </p:cNvPr>
          <p:cNvGrpSpPr/>
          <p:nvPr/>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968249B3-6CEA-36AB-82F2-AC791AB4541D}"/>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6CA36F11-D251-B9D9-4C20-84C34AAE71C9}"/>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00417831"/>
      </p:ext>
    </p:extLst>
  </p:cSld>
  <p:clrMapOvr>
    <a:masterClrMapping/>
  </p:clrMapOvr>
  <p:hf sldNum="0" hdr="0" dt="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obj">
  <p:cSld name="Diapositive de titre">
    <p:bg>
      <p:bgPr>
        <a:solidFill>
          <a:schemeClr val="accent4"/>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199456" y="2072590"/>
            <a:ext cx="9865096" cy="1107996"/>
          </a:xfrm>
          <a:prstGeom prst="rect">
            <a:avLst/>
          </a:prstGeom>
        </p:spPr>
        <p:txBody>
          <a:bodyPr wrap="square" lIns="0" tIns="0" rIns="0" bIns="0">
            <a:spAutoFit/>
          </a:bodyPr>
          <a:lstStyle>
            <a:lvl1pPr algn="ctr">
              <a:defRPr sz="8000" b="1" i="0">
                <a:solidFill>
                  <a:schemeClr val="bg1"/>
                </a:solidFill>
                <a:latin typeface="+mn-lt"/>
                <a:cs typeface="Ubuntu Light"/>
              </a:defRPr>
            </a:lvl1pPr>
          </a:lstStyle>
          <a:p>
            <a:r>
              <a:rPr lang="fr-FR"/>
              <a:t>Modifiez le style du titre</a:t>
            </a:r>
            <a:endParaRPr dirty="0"/>
          </a:p>
        </p:txBody>
      </p:sp>
      <p:sp>
        <p:nvSpPr>
          <p:cNvPr id="3" name="Holder 3"/>
          <p:cNvSpPr>
            <a:spLocks noGrp="1"/>
          </p:cNvSpPr>
          <p:nvPr>
            <p:ph type="subTitle" idx="4"/>
          </p:nvPr>
        </p:nvSpPr>
        <p:spPr>
          <a:xfrm>
            <a:off x="1199456" y="3840480"/>
            <a:ext cx="9865096" cy="369332"/>
          </a:xfrm>
          <a:prstGeom prst="rect">
            <a:avLst/>
          </a:prstGeom>
        </p:spPr>
        <p:txBody>
          <a:bodyPr wrap="square" lIns="0" tIns="0" rIns="0" bIns="0">
            <a:spAutoFit/>
          </a:bodyPr>
          <a:lstStyle>
            <a:lvl1pPr algn="ctr">
              <a:defRPr sz="2400">
                <a:solidFill>
                  <a:schemeClr val="bg1"/>
                </a:solidFill>
              </a:defRPr>
            </a:lvl1pPr>
          </a:lstStyle>
          <a:p>
            <a:r>
              <a:rPr lang="fr-FR"/>
              <a:t>Modifiez le style des sous-titres du masque</a:t>
            </a:r>
            <a:endParaRPr dirty="0"/>
          </a:p>
        </p:txBody>
      </p:sp>
      <p:sp>
        <p:nvSpPr>
          <p:cNvPr id="5" name="object 3">
            <a:extLst>
              <a:ext uri="{FF2B5EF4-FFF2-40B4-BE49-F238E27FC236}">
                <a16:creationId xmlns:a16="http://schemas.microsoft.com/office/drawing/2014/main" id="{4CA8D049-F201-572F-B01A-3FF960745149}"/>
              </a:ext>
              <a:ext uri="{C183D7F6-B498-43B3-948B-1728B52AA6E4}">
                <adec:decorative xmlns:adec="http://schemas.microsoft.com/office/drawing/2017/decorative" val="1"/>
              </a:ext>
            </a:extLst>
          </p:cNvPr>
          <p:cNvSpPr/>
          <p:nvPr/>
        </p:nvSpPr>
        <p:spPr>
          <a:xfrm>
            <a:off x="11549154" y="211688"/>
            <a:ext cx="418180" cy="386605"/>
          </a:xfrm>
          <a:custGeom>
            <a:avLst/>
            <a:gdLst/>
            <a:ahLst/>
            <a:cxnLst/>
            <a:rect l="l" t="t" r="r" b="b"/>
            <a:pathLst>
              <a:path w="689609" h="637540">
                <a:moveTo>
                  <a:pt x="676808" y="283171"/>
                </a:moveTo>
                <a:lnTo>
                  <a:pt x="659422" y="238315"/>
                </a:lnTo>
                <a:lnTo>
                  <a:pt x="635520" y="196367"/>
                </a:lnTo>
                <a:lnTo>
                  <a:pt x="605726" y="157403"/>
                </a:lnTo>
                <a:lnTo>
                  <a:pt x="570687" y="121462"/>
                </a:lnTo>
                <a:lnTo>
                  <a:pt x="528434" y="86690"/>
                </a:lnTo>
                <a:lnTo>
                  <a:pt x="483044" y="56134"/>
                </a:lnTo>
                <a:lnTo>
                  <a:pt x="435178" y="29527"/>
                </a:lnTo>
                <a:lnTo>
                  <a:pt x="385483" y="6642"/>
                </a:lnTo>
                <a:lnTo>
                  <a:pt x="369176" y="0"/>
                </a:lnTo>
                <a:lnTo>
                  <a:pt x="344512" y="24333"/>
                </a:lnTo>
                <a:lnTo>
                  <a:pt x="313093" y="48183"/>
                </a:lnTo>
                <a:lnTo>
                  <a:pt x="276580" y="72085"/>
                </a:lnTo>
                <a:lnTo>
                  <a:pt x="195122" y="122275"/>
                </a:lnTo>
                <a:lnTo>
                  <a:pt x="153568" y="149656"/>
                </a:lnTo>
                <a:lnTo>
                  <a:pt x="113741" y="179298"/>
                </a:lnTo>
                <a:lnTo>
                  <a:pt x="77330" y="211759"/>
                </a:lnTo>
                <a:lnTo>
                  <a:pt x="46050" y="247586"/>
                </a:lnTo>
                <a:lnTo>
                  <a:pt x="21602" y="287337"/>
                </a:lnTo>
                <a:lnTo>
                  <a:pt x="5689" y="331546"/>
                </a:lnTo>
                <a:lnTo>
                  <a:pt x="0" y="380784"/>
                </a:lnTo>
                <a:lnTo>
                  <a:pt x="5943" y="428574"/>
                </a:lnTo>
                <a:lnTo>
                  <a:pt x="22898" y="473151"/>
                </a:lnTo>
                <a:lnTo>
                  <a:pt x="49555" y="512610"/>
                </a:lnTo>
                <a:lnTo>
                  <a:pt x="84582" y="545007"/>
                </a:lnTo>
                <a:lnTo>
                  <a:pt x="126695" y="568426"/>
                </a:lnTo>
                <a:lnTo>
                  <a:pt x="198526" y="578281"/>
                </a:lnTo>
                <a:lnTo>
                  <a:pt x="234340" y="572922"/>
                </a:lnTo>
                <a:lnTo>
                  <a:pt x="299681" y="543369"/>
                </a:lnTo>
                <a:lnTo>
                  <a:pt x="350913" y="495579"/>
                </a:lnTo>
                <a:lnTo>
                  <a:pt x="392214" y="435952"/>
                </a:lnTo>
                <a:lnTo>
                  <a:pt x="429247" y="371309"/>
                </a:lnTo>
                <a:lnTo>
                  <a:pt x="448487" y="339432"/>
                </a:lnTo>
                <a:lnTo>
                  <a:pt x="491998" y="284594"/>
                </a:lnTo>
                <a:lnTo>
                  <a:pt x="552208" y="250723"/>
                </a:lnTo>
                <a:lnTo>
                  <a:pt x="585292" y="247205"/>
                </a:lnTo>
                <a:lnTo>
                  <a:pt x="618794" y="251485"/>
                </a:lnTo>
                <a:lnTo>
                  <a:pt x="650151" y="263499"/>
                </a:lnTo>
                <a:lnTo>
                  <a:pt x="676808" y="283171"/>
                </a:lnTo>
                <a:close/>
              </a:path>
              <a:path w="689609" h="637540">
                <a:moveTo>
                  <a:pt x="689470" y="371373"/>
                </a:moveTo>
                <a:lnTo>
                  <a:pt x="678637" y="325310"/>
                </a:lnTo>
                <a:lnTo>
                  <a:pt x="636955" y="284200"/>
                </a:lnTo>
                <a:lnTo>
                  <a:pt x="578815" y="272999"/>
                </a:lnTo>
                <a:lnTo>
                  <a:pt x="551103" y="278485"/>
                </a:lnTo>
                <a:lnTo>
                  <a:pt x="506285" y="309105"/>
                </a:lnTo>
                <a:lnTo>
                  <a:pt x="471004" y="358025"/>
                </a:lnTo>
                <a:lnTo>
                  <a:pt x="425742" y="443611"/>
                </a:lnTo>
                <a:lnTo>
                  <a:pt x="410692" y="470649"/>
                </a:lnTo>
                <a:lnTo>
                  <a:pt x="376783" y="522224"/>
                </a:lnTo>
                <a:lnTo>
                  <a:pt x="331978" y="569607"/>
                </a:lnTo>
                <a:lnTo>
                  <a:pt x="274320" y="606196"/>
                </a:lnTo>
                <a:lnTo>
                  <a:pt x="242189" y="618413"/>
                </a:lnTo>
                <a:lnTo>
                  <a:pt x="258787" y="627443"/>
                </a:lnTo>
                <a:lnTo>
                  <a:pt x="277241" y="633044"/>
                </a:lnTo>
                <a:lnTo>
                  <a:pt x="296430" y="636066"/>
                </a:lnTo>
                <a:lnTo>
                  <a:pt x="315277" y="637349"/>
                </a:lnTo>
                <a:lnTo>
                  <a:pt x="335991" y="637501"/>
                </a:lnTo>
                <a:lnTo>
                  <a:pt x="356730" y="636422"/>
                </a:lnTo>
                <a:lnTo>
                  <a:pt x="397852" y="631037"/>
                </a:lnTo>
                <a:lnTo>
                  <a:pt x="435419" y="622630"/>
                </a:lnTo>
                <a:lnTo>
                  <a:pt x="472528" y="610057"/>
                </a:lnTo>
                <a:lnTo>
                  <a:pt x="507212" y="592378"/>
                </a:lnTo>
                <a:lnTo>
                  <a:pt x="537527" y="568617"/>
                </a:lnTo>
                <a:lnTo>
                  <a:pt x="497217" y="562127"/>
                </a:lnTo>
                <a:lnTo>
                  <a:pt x="463956" y="542798"/>
                </a:lnTo>
                <a:lnTo>
                  <a:pt x="440639" y="512457"/>
                </a:lnTo>
                <a:lnTo>
                  <a:pt x="430174" y="472960"/>
                </a:lnTo>
                <a:lnTo>
                  <a:pt x="460997" y="501142"/>
                </a:lnTo>
                <a:lnTo>
                  <a:pt x="497116" y="518515"/>
                </a:lnTo>
                <a:lnTo>
                  <a:pt x="536790" y="524586"/>
                </a:lnTo>
                <a:lnTo>
                  <a:pt x="578243" y="518795"/>
                </a:lnTo>
                <a:lnTo>
                  <a:pt x="612813" y="503986"/>
                </a:lnTo>
                <a:lnTo>
                  <a:pt x="642493" y="481355"/>
                </a:lnTo>
                <a:lnTo>
                  <a:pt x="665975" y="452323"/>
                </a:lnTo>
                <a:lnTo>
                  <a:pt x="682002" y="418299"/>
                </a:lnTo>
                <a:lnTo>
                  <a:pt x="687730" y="395033"/>
                </a:lnTo>
                <a:lnTo>
                  <a:pt x="689470" y="371373"/>
                </a:lnTo>
                <a:close/>
              </a:path>
            </a:pathLst>
          </a:custGeom>
          <a:solidFill>
            <a:srgbClr val="FFFFFF"/>
          </a:solidFill>
        </p:spPr>
        <p:txBody>
          <a:bodyPr wrap="square" lIns="0" tIns="0" rIns="0" bIns="0" rtlCol="0"/>
          <a:lstStyle/>
          <a:p>
            <a:endParaRPr sz="1092" dirty="0"/>
          </a:p>
        </p:txBody>
      </p:sp>
    </p:spTree>
    <p:extLst>
      <p:ext uri="{BB962C8B-B14F-4D97-AF65-F5344CB8AC3E}">
        <p14:creationId xmlns:p14="http://schemas.microsoft.com/office/powerpoint/2010/main" val="1314008194"/>
      </p:ext>
    </p:extLst>
  </p:cSld>
  <p:clrMapOvr>
    <a:masterClrMapping/>
  </p:clrMapOvr>
  <p:hf sldNum="0" hd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3474340559"/>
      </p:ext>
    </p:extLst>
  </p:cSld>
  <p:clrMapOvr>
    <a:masterClrMapping/>
  </p:clrMapOvr>
  <p:hf sldNum="0" hd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1976391127"/>
      </p:ext>
    </p:extLst>
  </p:cSld>
  <p:clrMapOvr>
    <a:masterClrMapping/>
  </p:clrMapOvr>
  <p:hf sldNum="0" hd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2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fr-FR"/>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522584367"/>
      </p:ext>
    </p:extLst>
  </p:cSld>
  <p:clrMapOvr>
    <a:masterClrMapping/>
  </p:clrMapOvr>
  <p:hf sldNum="0" hd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5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2537774944"/>
      </p:ext>
    </p:extLst>
  </p:cSld>
  <p:clrMapOvr>
    <a:masterClrMapping/>
  </p:clrMapOvr>
  <p:hf sldNum="0" hdr="0" dt="0"/>
  <p:extLst>
    <p:ext uri="{DCECCB84-F9BA-43D5-87BE-67443E8EF086}">
      <p15:sldGuideLst xmlns:p15="http://schemas.microsoft.com/office/powerpoint/2012/main">
        <p15:guide id="1" pos="501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6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488274171"/>
      </p:ext>
    </p:extLst>
  </p:cSld>
  <p:clrMapOvr>
    <a:masterClrMapping/>
  </p:clrMapOvr>
  <p:hf sldNum="0"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7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1309490955"/>
      </p:ext>
    </p:extLst>
  </p:cSld>
  <p:clrMapOvr>
    <a:masterClrMapping/>
  </p:clrMapOvr>
  <p:hf sldNum="0" hdr="0" dt="0"/>
  <p:extLst>
    <p:ext uri="{DCECCB84-F9BA-43D5-87BE-67443E8EF086}">
      <p15:sldGuideLst xmlns:p15="http://schemas.microsoft.com/office/powerpoint/2012/main">
        <p15:guide id="1" pos="511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8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fr-FR"/>
              <a:t>Modifiez le style du titre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584573914"/>
      </p:ext>
    </p:extLst>
  </p:cSld>
  <p:clrMapOvr>
    <a:masterClrMapping/>
  </p:clrMapOvr>
  <p:hf sldNum="0" hd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Disposition personnalisé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690960"/>
      </p:ext>
    </p:extLst>
  </p:cSld>
  <p:clrMapOvr>
    <a:masterClrMapping/>
  </p:clrMapOvr>
  <p:hf sldNum="0" hdr="0" dt="0"/>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1_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11" name="Group 2">
            <a:extLst>
              <a:ext uri="{FF2B5EF4-FFF2-40B4-BE49-F238E27FC236}">
                <a16:creationId xmlns:a16="http://schemas.microsoft.com/office/drawing/2014/main" id="{6CECF1A1-AFBB-C9C3-8C4C-A333753514C3}"/>
              </a:ext>
            </a:extLst>
          </p:cNvPr>
          <p:cNvGrpSpPr>
            <a:grpSpLocks noChangeAspect="1"/>
          </p:cNvGrpSpPr>
          <p:nvPr/>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7">
            <a:hlinkClick r:id="rId2"/>
            <a:extLst>
              <a:ext uri="{FF2B5EF4-FFF2-40B4-BE49-F238E27FC236}">
                <a16:creationId xmlns:a16="http://schemas.microsoft.com/office/drawing/2014/main" id="{941A3941-C755-6656-4029-D0028A53BB3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4"/>
            <a:extLst>
              <a:ext uri="{FF2B5EF4-FFF2-40B4-BE49-F238E27FC236}">
                <a16:creationId xmlns:a16="http://schemas.microsoft.com/office/drawing/2014/main" id="{3591224F-8FEC-9B5A-1F57-B601D9EC4CA0}"/>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6" name="Picture 4">
            <a:hlinkClick r:id="rId6"/>
            <a:extLst>
              <a:ext uri="{FF2B5EF4-FFF2-40B4-BE49-F238E27FC236}">
                <a16:creationId xmlns:a16="http://schemas.microsoft.com/office/drawing/2014/main" id="{C96036E5-31FB-13BE-950F-9869979802DC}"/>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7" name="Picture 6">
            <a:hlinkClick r:id="rId8"/>
            <a:extLst>
              <a:ext uri="{FF2B5EF4-FFF2-40B4-BE49-F238E27FC236}">
                <a16:creationId xmlns:a16="http://schemas.microsoft.com/office/drawing/2014/main" id="{C895DE98-7E11-9ACD-964C-CB06CEB75807}"/>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8" name="Rectangle 7">
            <a:extLst>
              <a:ext uri="{FF2B5EF4-FFF2-40B4-BE49-F238E27FC236}">
                <a16:creationId xmlns:a16="http://schemas.microsoft.com/office/drawing/2014/main" id="{3CBBF08B-D059-4998-4ED3-95035CA33654}"/>
              </a:ext>
            </a:extLst>
          </p:cNvPr>
          <p:cNvSpPr/>
          <p:nvPr/>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pic>
        <p:nvPicPr>
          <p:cNvPr id="10" name="Image 9" descr="Une image contenant noir, Graphique, art&#10;&#10;Description générée automatiquement">
            <a:extLst>
              <a:ext uri="{FF2B5EF4-FFF2-40B4-BE49-F238E27FC236}">
                <a16:creationId xmlns:a16="http://schemas.microsoft.com/office/drawing/2014/main" id="{DE62D67C-765C-84EB-F850-6A1F3B6BE8F7}"/>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447928" y="836712"/>
            <a:ext cx="7729744" cy="6403861"/>
          </a:xfrm>
          <a:prstGeom prst="rect">
            <a:avLst/>
          </a:prstGeom>
        </p:spPr>
      </p:pic>
    </p:spTree>
    <p:extLst>
      <p:ext uri="{BB962C8B-B14F-4D97-AF65-F5344CB8AC3E}">
        <p14:creationId xmlns:p14="http://schemas.microsoft.com/office/powerpoint/2010/main" val="2451592073"/>
      </p:ext>
    </p:extLst>
  </p:cSld>
  <p:clrMapOvr>
    <a:masterClrMapping/>
  </p:clrMapOvr>
  <p:hf sldNum="0" hdr="0" dt="0"/>
  <p:extLst>
    <p:ext uri="{DCECCB84-F9BA-43D5-87BE-67443E8EF086}">
      <p15:sldGuideLst xmlns:p15="http://schemas.microsoft.com/office/powerpoint/2012/main">
        <p15:guide id="2" pos="7423">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2"/>
            <a:extLst>
              <a:ext uri="{FF2B5EF4-FFF2-40B4-BE49-F238E27FC236}">
                <a16:creationId xmlns:a16="http://schemas.microsoft.com/office/drawing/2014/main" id="{CC55E37E-23F7-AE09-687B-FF0A64465B2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4"/>
            <a:extLst>
              <a:ext uri="{FF2B5EF4-FFF2-40B4-BE49-F238E27FC236}">
                <a16:creationId xmlns:a16="http://schemas.microsoft.com/office/drawing/2014/main" id="{A9A234E1-21A9-0562-AA45-77469E965E95}"/>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6"/>
            <a:extLst>
              <a:ext uri="{FF2B5EF4-FFF2-40B4-BE49-F238E27FC236}">
                <a16:creationId xmlns:a16="http://schemas.microsoft.com/office/drawing/2014/main" id="{D3F9462A-9181-7B6F-0C53-88633CD0910A}"/>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7" name="Picture 6">
            <a:hlinkClick r:id="rId8"/>
            <a:extLst>
              <a:ext uri="{FF2B5EF4-FFF2-40B4-BE49-F238E27FC236}">
                <a16:creationId xmlns:a16="http://schemas.microsoft.com/office/drawing/2014/main" id="{0057A36D-710A-32C2-2461-BFFF579A0993}"/>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dirty="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dirty="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dirty="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dirty="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dirty="0"/>
            </a:p>
          </p:txBody>
        </p:sp>
      </p:grpSp>
      <p:pic>
        <p:nvPicPr>
          <p:cNvPr id="4" name="Picture 14">
            <a:extLst>
              <a:ext uri="{FF2B5EF4-FFF2-40B4-BE49-F238E27FC236}">
                <a16:creationId xmlns:a16="http://schemas.microsoft.com/office/drawing/2014/main" id="{72F6479D-6EC4-876D-159E-45E9EFA775CF}"/>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spTree>
    <p:extLst>
      <p:ext uri="{BB962C8B-B14F-4D97-AF65-F5344CB8AC3E}">
        <p14:creationId xmlns:p14="http://schemas.microsoft.com/office/powerpoint/2010/main" val="4236523883"/>
      </p:ext>
    </p:extLst>
  </p:cSld>
  <p:clrMapOvr>
    <a:masterClrMapping/>
  </p:clrMapOvr>
  <p:hf sldNum="0" hdr="0" dt="0"/>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FE52CB-A5C1-42B8-B226-A7E99CA7F92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944"/>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60497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150"/>
                                        <p:tgtEl>
                                          <p:spTgt spid="7"/>
                                        </p:tgtEl>
                                      </p:cBhvr>
                                    </p:animEffect>
                                  </p:childTnLst>
                                </p:cTn>
                              </p:par>
                              <p:par>
                                <p:cTn id="8" presetID="6" presetClass="emph" presetSubtype="0" fill="hold" nodeType="withEffect">
                                  <p:stCondLst>
                                    <p:cond delay="0"/>
                                  </p:stCondLst>
                                  <p:childTnLst>
                                    <p:animScale>
                                      <p:cBhvr>
                                        <p:cTn id="9" dur="150" fill="hold"/>
                                        <p:tgtEl>
                                          <p:spTgt spid="7"/>
                                        </p:tgtEl>
                                      </p:cBhvr>
                                      <p:by x="110000" y="110000"/>
                                    </p:animScale>
                                  </p:childTnLst>
                                </p:cTn>
                              </p:par>
                              <p:par>
                                <p:cTn id="10" presetID="6" presetClass="emph" presetSubtype="0" decel="100000" fill="hold" nodeType="withEffect">
                                  <p:stCondLst>
                                    <p:cond delay="200"/>
                                  </p:stCondLst>
                                  <p:childTnLst>
                                    <p:animScale>
                                      <p:cBhvr>
                                        <p:cTn id="11" dur="3450" fill="hold"/>
                                        <p:tgtEl>
                                          <p:spTgt spid="7"/>
                                        </p:tgtEl>
                                      </p:cBhvr>
                                      <p:by x="90990" y="90990"/>
                                    </p:animScale>
                                  </p:childTnLst>
                                </p:cTn>
                              </p:par>
                              <p:par>
                                <p:cTn id="12" presetID="10" presetClass="entr" presetSubtype="0" fill="hold" grpId="0" nodeType="withEffect">
                                  <p:stCondLst>
                                    <p:cond delay="13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par>
                                <p:cTn id="15" presetID="10" presetClass="entr" presetSubtype="0" fill="hold" grpId="0" nodeType="withEffect">
                                  <p:stCondLst>
                                    <p:cond delay="1750"/>
                                  </p:stCondLst>
                                  <p:iterate type="wd">
                                    <p:tmPct val="16667"/>
                                  </p:iterate>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9" dur="500" fill="hold"/>
                                        <p:tgtEl>
                                          <p:spTgt spid="14"/>
                                        </p:tgtEl>
                                        <p:attrNameLst>
                                          <p:attrName>ppt_x</p:attrName>
                                          <p:attrName>ppt_y</p:attrName>
                                        </p:attrNameLst>
                                      </p:cBhvr>
                                      <p:rCtr x="0" y="-1319"/>
                                    </p:animMotion>
                                  </p:childTnLst>
                                </p:cTn>
                              </p:par>
                              <p:par>
                                <p:cTn id="20" presetID="10" presetClass="entr" presetSubtype="0" fill="hold" grpId="1" nodeType="withEffect">
                                  <p:stCondLst>
                                    <p:cond delay="12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63" presetClass="path" presetSubtype="0" decel="100000" fill="hold" grpId="0" nodeType="withEffect">
                                  <p:stCondLst>
                                    <p:cond delay="1250"/>
                                  </p:stCondLst>
                                  <p:childTnLst>
                                    <p:animMotion origin="layout" path="M -0.05937 0 L -8.33333E-7 0 " pathEditMode="relative" rAng="0" ptsTypes="AA">
                                      <p:cBhvr>
                                        <p:cTn id="24" dur="1100" fill="hold"/>
                                        <p:tgtEl>
                                          <p:spTgt spid="20"/>
                                        </p:tgtEl>
                                        <p:attrNameLst>
                                          <p:attrName>ppt_x</p:attrName>
                                          <p:attrName>ppt_y</p:attrName>
                                        </p:attrNameLst>
                                      </p:cBhvr>
                                      <p:rCtr x="2969" y="0"/>
                                    </p:animMotion>
                                  </p:childTnLst>
                                </p:cTn>
                              </p:par>
                              <p:par>
                                <p:cTn id="25" presetID="22" presetClass="entr" presetSubtype="4" fill="hold"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2200"/>
                                        <p:tgtEl>
                                          <p:spTgt spid="9"/>
                                        </p:tgtEl>
                                      </p:cBhvr>
                                    </p:animEffect>
                                  </p:childTnLst>
                                </p:cTn>
                              </p:par>
                              <p:par>
                                <p:cTn id="28" presetID="22" presetClass="entr" presetSubtype="2" fill="hold" nodeType="withEffect">
                                  <p:stCondLst>
                                    <p:cond delay="2100"/>
                                  </p:stCondLst>
                                  <p:childTnLst>
                                    <p:set>
                                      <p:cBhvr>
                                        <p:cTn id="29" dur="1" fill="hold">
                                          <p:stCondLst>
                                            <p:cond delay="0"/>
                                          </p:stCondLst>
                                        </p:cTn>
                                        <p:tgtEl>
                                          <p:spTgt spid="8"/>
                                        </p:tgtEl>
                                        <p:attrNameLst>
                                          <p:attrName>style.visibility</p:attrName>
                                        </p:attrNameLst>
                                      </p:cBhvr>
                                      <p:to>
                                        <p:strVal val="visible"/>
                                      </p:to>
                                    </p:set>
                                    <p:animEffect transition="in" filter="wipe(right)">
                                      <p:cBhvr>
                                        <p:cTn id="30" dur="1250"/>
                                        <p:tgtEl>
                                          <p:spTgt spid="8"/>
                                        </p:tgtEl>
                                      </p:cBhvr>
                                    </p:animEffect>
                                  </p:childTnLst>
                                </p:cTn>
                              </p:par>
                              <p:par>
                                <p:cTn id="31" presetID="22" presetClass="entr" presetSubtype="4" fill="hold" nodeType="withEffect">
                                  <p:stCondLst>
                                    <p:cond delay="330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ext Only">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478888" y="1412776"/>
            <a:ext cx="11090194" cy="3984443"/>
          </a:xfrm>
          <a:prstGeom prst="rect">
            <a:avLst/>
          </a:prstGeom>
        </p:spPr>
        <p:txBody>
          <a:bodyPr anchor="ctr"/>
          <a:lstStyle>
            <a:lvl1pPr algn="ctr">
              <a:lnSpc>
                <a:spcPct val="100000"/>
              </a:lnSpc>
              <a:defRPr sz="2400" baseline="0">
                <a:solidFill>
                  <a:schemeClr val="bg1"/>
                </a:solidFill>
                <a:latin typeface="Ubuntu" panose="020B0504030602030204" pitchFamily="34" charset="0"/>
              </a:defRPr>
            </a:lvl1pPr>
          </a:lstStyle>
          <a:p>
            <a:r>
              <a:rPr lang="en-US" altLang="ja-JP" dirty="0"/>
              <a:t>Text Here</a:t>
            </a:r>
            <a:br>
              <a:rPr lang="en-US" altLang="ja-JP" dirty="0"/>
            </a:br>
            <a:r>
              <a:rPr lang="en-US" altLang="ja-JP" dirty="0"/>
              <a:t>Text Here</a:t>
            </a:r>
            <a:endParaRPr lang="en-US" dirty="0"/>
          </a:p>
        </p:txBody>
      </p:sp>
      <p:sp>
        <p:nvSpPr>
          <p:cNvPr id="3" name="Rectangle 2">
            <a:extLst>
              <a:ext uri="{FF2B5EF4-FFF2-40B4-BE49-F238E27FC236}">
                <a16:creationId xmlns:a16="http://schemas.microsoft.com/office/drawing/2014/main" id="{E6CEEB7D-9B7D-4E1A-9801-B7FB2D53BBFA}"/>
              </a:ext>
            </a:extLst>
          </p:cNvPr>
          <p:cNvSpPr/>
          <p:nvPr userDrawn="1"/>
        </p:nvSpPr>
        <p:spPr>
          <a:xfrm>
            <a:off x="478888" y="868218"/>
            <a:ext cx="4527221" cy="13854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ext Placeholder 7">
            <a:extLst>
              <a:ext uri="{FF2B5EF4-FFF2-40B4-BE49-F238E27FC236}">
                <a16:creationId xmlns:a16="http://schemas.microsoft.com/office/drawing/2014/main" id="{B08D612B-22FC-4146-B432-E74551F38BCC}"/>
              </a:ext>
            </a:extLst>
          </p:cNvPr>
          <p:cNvSpPr txBox="1">
            <a:spLocks/>
          </p:cNvSpPr>
          <p:nvPr userDrawn="1"/>
        </p:nvSpPr>
        <p:spPr>
          <a:xfrm>
            <a:off x="8218897" y="6640533"/>
            <a:ext cx="3279135"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@Kevin Duval</a:t>
            </a:r>
            <a:endParaRPr lang="en-US" sz="800" dirty="0">
              <a:solidFill>
                <a:schemeClr val="accent2"/>
              </a:solidFill>
            </a:endParaRPr>
          </a:p>
        </p:txBody>
      </p:sp>
      <p:sp>
        <p:nvSpPr>
          <p:cNvPr id="6" name="Text Placeholder 7">
            <a:extLst>
              <a:ext uri="{FF2B5EF4-FFF2-40B4-BE49-F238E27FC236}">
                <a16:creationId xmlns:a16="http://schemas.microsoft.com/office/drawing/2014/main" id="{1EE0FEBB-557D-4310-A87B-237355022101}"/>
              </a:ext>
            </a:extLst>
          </p:cNvPr>
          <p:cNvSpPr txBox="1">
            <a:spLocks/>
          </p:cNvSpPr>
          <p:nvPr userDrawn="1"/>
        </p:nvSpPr>
        <p:spPr>
          <a:xfrm>
            <a:off x="279814" y="6650662"/>
            <a:ext cx="4270780" cy="112982"/>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800" dirty="0">
                <a:solidFill>
                  <a:schemeClr val="bg1">
                    <a:lumMod val="65000"/>
                  </a:schemeClr>
                </a:solidFill>
              </a:rPr>
              <a:t>IT Architect 101 - Introduction</a:t>
            </a:r>
          </a:p>
        </p:txBody>
      </p:sp>
    </p:spTree>
    <p:extLst>
      <p:ext uri="{BB962C8B-B14F-4D97-AF65-F5344CB8AC3E}">
        <p14:creationId xmlns:p14="http://schemas.microsoft.com/office/powerpoint/2010/main" val="106644631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211133172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127984043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301887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heme" Target="../theme/theme2.xml"/><Relationship Id="rId1" Type="http://schemas.openxmlformats.org/officeDocument/2006/relationships/slideLayout" Target="../slideLayouts/slideLayout23.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49.xml"/><Relationship Id="rId21" Type="http://schemas.openxmlformats.org/officeDocument/2006/relationships/slideLayout" Target="../slideLayouts/slideLayout44.xml"/><Relationship Id="rId34" Type="http://schemas.openxmlformats.org/officeDocument/2006/relationships/slideLayout" Target="../slideLayouts/slideLayout57.xml"/><Relationship Id="rId42" Type="http://schemas.openxmlformats.org/officeDocument/2006/relationships/slideLayout" Target="../slideLayouts/slideLayout65.xml"/><Relationship Id="rId47" Type="http://schemas.openxmlformats.org/officeDocument/2006/relationships/slideLayout" Target="../slideLayouts/slideLayout70.xml"/><Relationship Id="rId50" Type="http://schemas.openxmlformats.org/officeDocument/2006/relationships/slideLayout" Target="../slideLayouts/slideLayout73.xml"/><Relationship Id="rId55" Type="http://schemas.openxmlformats.org/officeDocument/2006/relationships/slideLayout" Target="../slideLayouts/slideLayout78.xml"/><Relationship Id="rId63" Type="http://schemas.openxmlformats.org/officeDocument/2006/relationships/slideLayout" Target="../slideLayouts/slideLayout8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9" Type="http://schemas.openxmlformats.org/officeDocument/2006/relationships/slideLayout" Target="../slideLayouts/slideLayout52.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32" Type="http://schemas.openxmlformats.org/officeDocument/2006/relationships/slideLayout" Target="../slideLayouts/slideLayout55.xml"/><Relationship Id="rId37" Type="http://schemas.openxmlformats.org/officeDocument/2006/relationships/slideLayout" Target="../slideLayouts/slideLayout60.xml"/><Relationship Id="rId40" Type="http://schemas.openxmlformats.org/officeDocument/2006/relationships/slideLayout" Target="../slideLayouts/slideLayout63.xml"/><Relationship Id="rId45" Type="http://schemas.openxmlformats.org/officeDocument/2006/relationships/slideLayout" Target="../slideLayouts/slideLayout68.xml"/><Relationship Id="rId53" Type="http://schemas.openxmlformats.org/officeDocument/2006/relationships/slideLayout" Target="../slideLayouts/slideLayout76.xml"/><Relationship Id="rId58" Type="http://schemas.openxmlformats.org/officeDocument/2006/relationships/slideLayout" Target="../slideLayouts/slideLayout81.xml"/><Relationship Id="rId5" Type="http://schemas.openxmlformats.org/officeDocument/2006/relationships/slideLayout" Target="../slideLayouts/slideLayout28.xml"/><Relationship Id="rId61" Type="http://schemas.openxmlformats.org/officeDocument/2006/relationships/slideLayout" Target="../slideLayouts/slideLayout84.xml"/><Relationship Id="rId19" Type="http://schemas.openxmlformats.org/officeDocument/2006/relationships/slideLayout" Target="../slideLayouts/slideLayout4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slideLayout" Target="../slideLayouts/slideLayout50.xml"/><Relationship Id="rId30" Type="http://schemas.openxmlformats.org/officeDocument/2006/relationships/slideLayout" Target="../slideLayouts/slideLayout53.xml"/><Relationship Id="rId35" Type="http://schemas.openxmlformats.org/officeDocument/2006/relationships/slideLayout" Target="../slideLayouts/slideLayout58.xml"/><Relationship Id="rId43" Type="http://schemas.openxmlformats.org/officeDocument/2006/relationships/slideLayout" Target="../slideLayouts/slideLayout66.xml"/><Relationship Id="rId48" Type="http://schemas.openxmlformats.org/officeDocument/2006/relationships/slideLayout" Target="../slideLayouts/slideLayout71.xml"/><Relationship Id="rId56" Type="http://schemas.openxmlformats.org/officeDocument/2006/relationships/slideLayout" Target="../slideLayouts/slideLayout79.xml"/><Relationship Id="rId64" Type="http://schemas.openxmlformats.org/officeDocument/2006/relationships/theme" Target="../theme/theme3.xml"/><Relationship Id="rId8" Type="http://schemas.openxmlformats.org/officeDocument/2006/relationships/slideLayout" Target="../slideLayouts/slideLayout31.xml"/><Relationship Id="rId51" Type="http://schemas.openxmlformats.org/officeDocument/2006/relationships/slideLayout" Target="../slideLayouts/slideLayout74.xml"/><Relationship Id="rId3" Type="http://schemas.openxmlformats.org/officeDocument/2006/relationships/slideLayout" Target="../slideLayouts/slideLayout26.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33" Type="http://schemas.openxmlformats.org/officeDocument/2006/relationships/slideLayout" Target="../slideLayouts/slideLayout56.xml"/><Relationship Id="rId38" Type="http://schemas.openxmlformats.org/officeDocument/2006/relationships/slideLayout" Target="../slideLayouts/slideLayout61.xml"/><Relationship Id="rId46" Type="http://schemas.openxmlformats.org/officeDocument/2006/relationships/slideLayout" Target="../slideLayouts/slideLayout69.xml"/><Relationship Id="rId59" Type="http://schemas.openxmlformats.org/officeDocument/2006/relationships/slideLayout" Target="../slideLayouts/slideLayout82.xml"/><Relationship Id="rId20" Type="http://schemas.openxmlformats.org/officeDocument/2006/relationships/slideLayout" Target="../slideLayouts/slideLayout43.xml"/><Relationship Id="rId41" Type="http://schemas.openxmlformats.org/officeDocument/2006/relationships/slideLayout" Target="../slideLayouts/slideLayout64.xml"/><Relationship Id="rId54" Type="http://schemas.openxmlformats.org/officeDocument/2006/relationships/slideLayout" Target="../slideLayouts/slideLayout77.xml"/><Relationship Id="rId62" Type="http://schemas.openxmlformats.org/officeDocument/2006/relationships/slideLayout" Target="../slideLayouts/slideLayout8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slideLayout" Target="../slideLayouts/slideLayout51.xml"/><Relationship Id="rId36" Type="http://schemas.openxmlformats.org/officeDocument/2006/relationships/slideLayout" Target="../slideLayouts/slideLayout59.xml"/><Relationship Id="rId49" Type="http://schemas.openxmlformats.org/officeDocument/2006/relationships/slideLayout" Target="../slideLayouts/slideLayout72.xml"/><Relationship Id="rId57" Type="http://schemas.openxmlformats.org/officeDocument/2006/relationships/slideLayout" Target="../slideLayouts/slideLayout80.xml"/><Relationship Id="rId10" Type="http://schemas.openxmlformats.org/officeDocument/2006/relationships/slideLayout" Target="../slideLayouts/slideLayout33.xml"/><Relationship Id="rId31" Type="http://schemas.openxmlformats.org/officeDocument/2006/relationships/slideLayout" Target="../slideLayouts/slideLayout54.xml"/><Relationship Id="rId44" Type="http://schemas.openxmlformats.org/officeDocument/2006/relationships/slideLayout" Target="../slideLayouts/slideLayout67.xml"/><Relationship Id="rId52" Type="http://schemas.openxmlformats.org/officeDocument/2006/relationships/slideLayout" Target="../slideLayouts/slideLayout75.xml"/><Relationship Id="rId60" Type="http://schemas.openxmlformats.org/officeDocument/2006/relationships/slideLayout" Target="../slideLayouts/slideLayout83.xml"/><Relationship Id="rId65" Type="http://schemas.openxmlformats.org/officeDocument/2006/relationships/image" Target="../media/image13.png"/><Relationship Id="rId4" Type="http://schemas.openxmlformats.org/officeDocument/2006/relationships/slideLayout" Target="../slideLayouts/slideLayout27.xml"/><Relationship Id="rId9" Type="http://schemas.openxmlformats.org/officeDocument/2006/relationships/slideLayout" Target="../slideLayouts/slideLayout32.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9"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4"/>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5" imgW="270" imgH="270" progId="TCLayout.ActiveDocument.1">
                  <p:embed/>
                </p:oleObj>
              </mc:Choice>
              <mc:Fallback>
                <p:oleObj name="think-cell Slide" r:id="rId25" imgW="270" imgH="270" progId="TCLayout.ActiveDocument.1">
                  <p:embed/>
                  <p:pic>
                    <p:nvPicPr>
                      <p:cNvPr id="21" name="Object 20"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‹N°›</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3948" r:id="rId12"/>
    <p:sldLayoutId id="2147483954" r:id="rId13"/>
    <p:sldLayoutId id="2147483930" r:id="rId14"/>
    <p:sldLayoutId id="2147483961" r:id="rId15"/>
    <p:sldLayoutId id="2147483958" r:id="rId16"/>
    <p:sldLayoutId id="2147483959" r:id="rId17"/>
    <p:sldLayoutId id="2147483918" r:id="rId18"/>
    <p:sldLayoutId id="2147483922" r:id="rId19"/>
    <p:sldLayoutId id="2147483950" r:id="rId20"/>
    <p:sldLayoutId id="2147483962" r:id="rId21"/>
    <p:sldLayoutId id="2147483963" r:id="rId22"/>
  </p:sldLayoutIdLst>
  <p:hf sldNum="0" hd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t>1</a:t>
            </a:r>
          </a:p>
          <a:p>
            <a:pPr algn="ctr">
              <a:lnSpc>
                <a:spcPct val="90000"/>
              </a:lnSpc>
              <a:spcAft>
                <a:spcPts val="0"/>
              </a:spcAft>
            </a:pPr>
            <a:r>
              <a:rPr lang="en-GB" sz="700" dirty="0"/>
              <a:t>112</a:t>
            </a:r>
          </a:p>
          <a:p>
            <a:pPr algn="ctr">
              <a:lnSpc>
                <a:spcPct val="90000"/>
              </a:lnSpc>
              <a:spcAft>
                <a:spcPts val="0"/>
              </a:spcAft>
            </a:pPr>
            <a:r>
              <a:rPr lang="en-GB" sz="700" dirty="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rPr>
              <a:t>18</a:t>
            </a:r>
          </a:p>
          <a:p>
            <a:pPr algn="ctr">
              <a:lnSpc>
                <a:spcPct val="90000"/>
              </a:lnSpc>
              <a:spcAft>
                <a:spcPts val="0"/>
              </a:spcAft>
            </a:pPr>
            <a:r>
              <a:rPr lang="en-GB" sz="700" dirty="0">
                <a:solidFill>
                  <a:schemeClr val="tx1"/>
                </a:solidFill>
              </a:rPr>
              <a:t>171</a:t>
            </a:r>
          </a:p>
          <a:p>
            <a:pPr algn="ctr">
              <a:lnSpc>
                <a:spcPct val="90000"/>
              </a:lnSpc>
              <a:spcAft>
                <a:spcPts val="0"/>
              </a:spcAft>
            </a:pPr>
            <a:r>
              <a:rPr lang="en-GB" sz="700" dirty="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t>43</a:t>
            </a:r>
          </a:p>
          <a:p>
            <a:pPr algn="ctr">
              <a:lnSpc>
                <a:spcPct val="90000"/>
              </a:lnSpc>
              <a:spcAft>
                <a:spcPts val="0"/>
              </a:spcAft>
            </a:pPr>
            <a:r>
              <a:rPr lang="en-GB" sz="700" dirty="0"/>
              <a:t>10</a:t>
            </a:r>
          </a:p>
          <a:p>
            <a:pPr algn="ctr">
              <a:lnSpc>
                <a:spcPct val="90000"/>
              </a:lnSpc>
              <a:spcAft>
                <a:spcPts val="0"/>
              </a:spcAft>
            </a:pPr>
            <a:r>
              <a:rPr lang="en-GB" sz="700" dirty="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t>39</a:t>
            </a:r>
          </a:p>
          <a:p>
            <a:pPr algn="ctr">
              <a:lnSpc>
                <a:spcPct val="90000"/>
              </a:lnSpc>
              <a:spcAft>
                <a:spcPts val="0"/>
              </a:spcAft>
            </a:pPr>
            <a:r>
              <a:rPr lang="en-GB" sz="700" dirty="0"/>
              <a:t>41</a:t>
            </a:r>
          </a:p>
          <a:p>
            <a:pPr algn="ctr">
              <a:lnSpc>
                <a:spcPct val="90000"/>
              </a:lnSpc>
              <a:spcAft>
                <a:spcPts val="0"/>
              </a:spcAft>
            </a:pPr>
            <a:r>
              <a:rPr lang="en-GB" sz="700" dirty="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rPr>
              <a:t>236</a:t>
            </a:r>
          </a:p>
          <a:p>
            <a:pPr algn="ctr">
              <a:lnSpc>
                <a:spcPct val="90000"/>
              </a:lnSpc>
              <a:spcAft>
                <a:spcPts val="0"/>
              </a:spcAft>
            </a:pPr>
            <a:r>
              <a:rPr lang="en-GB" sz="700" dirty="0">
                <a:solidFill>
                  <a:schemeClr val="tx1"/>
                </a:solidFill>
              </a:rPr>
              <a:t>236</a:t>
            </a:r>
          </a:p>
          <a:p>
            <a:pPr algn="ctr">
              <a:lnSpc>
                <a:spcPct val="90000"/>
              </a:lnSpc>
              <a:spcAft>
                <a:spcPts val="0"/>
              </a:spcAft>
            </a:pPr>
            <a:r>
              <a:rPr lang="en-GB" sz="700" dirty="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142</a:t>
              </a:r>
            </a:p>
            <a:p>
              <a:pPr algn="ctr">
                <a:lnSpc>
                  <a:spcPct val="90000"/>
                </a:lnSpc>
                <a:spcAft>
                  <a:spcPts val="0"/>
                </a:spcAft>
              </a:pPr>
              <a:r>
                <a:rPr lang="en-US" sz="700" dirty="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156</a:t>
              </a:r>
            </a:p>
            <a:p>
              <a:pPr algn="ctr">
                <a:lnSpc>
                  <a:spcPct val="90000"/>
                </a:lnSpc>
                <a:spcAft>
                  <a:spcPts val="0"/>
                </a:spcAft>
              </a:pPr>
              <a:r>
                <a:rPr lang="en-US" sz="700" dirty="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178</a:t>
              </a:r>
            </a:p>
            <a:p>
              <a:pPr algn="ctr">
                <a:lnSpc>
                  <a:spcPct val="90000"/>
                </a:lnSpc>
                <a:spcAft>
                  <a:spcPts val="0"/>
                </a:spcAft>
              </a:pPr>
              <a:r>
                <a:rPr lang="en-US" sz="700" dirty="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208</a:t>
              </a:r>
            </a:p>
            <a:p>
              <a:pPr algn="ctr">
                <a:lnSpc>
                  <a:spcPct val="90000"/>
                </a:lnSpc>
                <a:spcAft>
                  <a:spcPts val="0"/>
                </a:spcAft>
              </a:pPr>
              <a:r>
                <a:rPr lang="en-US" sz="700" dirty="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218</a:t>
              </a:r>
            </a:p>
            <a:p>
              <a:pPr algn="ctr">
                <a:lnSpc>
                  <a:spcPct val="90000"/>
                </a:lnSpc>
                <a:spcAft>
                  <a:spcPts val="0"/>
                </a:spcAft>
              </a:pPr>
              <a:r>
                <a:rPr lang="en-US" sz="700" dirty="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rPr>
                <a:t>66</a:t>
              </a:r>
            </a:p>
            <a:p>
              <a:pPr algn="ctr">
                <a:lnSpc>
                  <a:spcPct val="90000"/>
                </a:lnSpc>
                <a:spcAft>
                  <a:spcPts val="0"/>
                </a:spcAft>
              </a:pPr>
              <a:r>
                <a:rPr lang="en-US" sz="700" dirty="0">
                  <a:solidFill>
                    <a:schemeClr val="bg1"/>
                  </a:solidFill>
                </a:rPr>
                <a:t>20</a:t>
              </a:r>
            </a:p>
            <a:p>
              <a:pPr algn="ctr">
                <a:lnSpc>
                  <a:spcPct val="90000"/>
                </a:lnSpc>
                <a:spcAft>
                  <a:spcPts val="0"/>
                </a:spcAft>
              </a:pPr>
              <a:r>
                <a:rPr lang="en-US" sz="700" dirty="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rPr>
                <a:t>89</a:t>
              </a:r>
            </a:p>
            <a:p>
              <a:pPr algn="ctr">
                <a:lnSpc>
                  <a:spcPct val="90000"/>
                </a:lnSpc>
                <a:spcAft>
                  <a:spcPts val="0"/>
                </a:spcAft>
              </a:pPr>
              <a:r>
                <a:rPr lang="en-US" sz="700" dirty="0">
                  <a:solidFill>
                    <a:schemeClr val="bg1"/>
                  </a:solidFill>
                </a:rPr>
                <a:t>10</a:t>
              </a:r>
            </a:p>
            <a:p>
              <a:pPr algn="ctr">
                <a:lnSpc>
                  <a:spcPct val="90000"/>
                </a:lnSpc>
                <a:spcAft>
                  <a:spcPts val="0"/>
                </a:spcAft>
              </a:pPr>
              <a:r>
                <a:rPr lang="en-US" sz="700" dirty="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rPr>
                <a:t>117</a:t>
              </a:r>
            </a:p>
            <a:p>
              <a:pPr algn="ctr">
                <a:lnSpc>
                  <a:spcPct val="90000"/>
                </a:lnSpc>
                <a:spcAft>
                  <a:spcPts val="0"/>
                </a:spcAft>
              </a:pPr>
              <a:r>
                <a:rPr lang="en-US" sz="700" dirty="0">
                  <a:solidFill>
                    <a:schemeClr val="bg1"/>
                  </a:solidFill>
                </a:rPr>
                <a:t>13</a:t>
              </a:r>
            </a:p>
            <a:p>
              <a:pPr algn="ctr">
                <a:lnSpc>
                  <a:spcPct val="90000"/>
                </a:lnSpc>
                <a:spcAft>
                  <a:spcPts val="0"/>
                </a:spcAft>
              </a:pPr>
              <a:r>
                <a:rPr lang="en-US" sz="700" dirty="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rPr>
                <a:t>128</a:t>
              </a:r>
            </a:p>
            <a:p>
              <a:pPr algn="ctr">
                <a:lnSpc>
                  <a:spcPct val="90000"/>
                </a:lnSpc>
                <a:spcAft>
                  <a:spcPts val="0"/>
                </a:spcAft>
              </a:pPr>
              <a:r>
                <a:rPr lang="en-US" sz="700" dirty="0">
                  <a:solidFill>
                    <a:schemeClr val="bg1"/>
                  </a:solidFill>
                </a:rPr>
                <a:t>43</a:t>
              </a:r>
            </a:p>
            <a:p>
              <a:pPr algn="ctr">
                <a:lnSpc>
                  <a:spcPct val="90000"/>
                </a:lnSpc>
                <a:spcAft>
                  <a:spcPts val="0"/>
                </a:spcAft>
              </a:pPr>
              <a:r>
                <a:rPr lang="en-US" sz="700" dirty="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rPr>
                <a:t>158</a:t>
              </a:r>
            </a:p>
            <a:p>
              <a:pPr algn="ctr">
                <a:lnSpc>
                  <a:spcPct val="90000"/>
                </a:lnSpc>
                <a:spcAft>
                  <a:spcPts val="0"/>
                </a:spcAft>
              </a:pPr>
              <a:r>
                <a:rPr lang="en-US" sz="700" dirty="0">
                  <a:solidFill>
                    <a:schemeClr val="bg1"/>
                  </a:solidFill>
                </a:rPr>
                <a:t>71</a:t>
              </a:r>
            </a:p>
            <a:p>
              <a:pPr algn="ctr">
                <a:lnSpc>
                  <a:spcPct val="90000"/>
                </a:lnSpc>
                <a:spcAft>
                  <a:spcPts val="0"/>
                </a:spcAft>
              </a:pPr>
              <a:r>
                <a:rPr lang="en-US" sz="700" dirty="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rPr>
                <a:t>166</a:t>
              </a:r>
            </a:p>
            <a:p>
              <a:pPr algn="ctr">
                <a:lnSpc>
                  <a:spcPct val="90000"/>
                </a:lnSpc>
                <a:spcAft>
                  <a:spcPts val="0"/>
                </a:spcAft>
              </a:pPr>
              <a:r>
                <a:rPr lang="en-US" sz="700" dirty="0">
                  <a:solidFill>
                    <a:schemeClr val="bg1"/>
                  </a:solidFill>
                </a:rPr>
                <a:t>0</a:t>
              </a:r>
            </a:p>
            <a:p>
              <a:pPr algn="ctr">
                <a:lnSpc>
                  <a:spcPct val="90000"/>
                </a:lnSpc>
                <a:spcAft>
                  <a:spcPts val="0"/>
                </a:spcAft>
              </a:pPr>
              <a:r>
                <a:rPr lang="en-US" sz="700" dirty="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rPr>
                <a:t>227</a:t>
              </a:r>
            </a:p>
            <a:p>
              <a:pPr algn="ctr">
                <a:lnSpc>
                  <a:spcPct val="90000"/>
                </a:lnSpc>
                <a:spcAft>
                  <a:spcPts val="0"/>
                </a:spcAft>
              </a:pPr>
              <a:r>
                <a:rPr lang="en-US" sz="700" dirty="0">
                  <a:solidFill>
                    <a:schemeClr val="bg1"/>
                  </a:solidFill>
                </a:rPr>
                <a:t>03</a:t>
              </a:r>
            </a:p>
            <a:p>
              <a:pPr algn="ctr">
                <a:lnSpc>
                  <a:spcPct val="90000"/>
                </a:lnSpc>
                <a:spcAft>
                  <a:spcPts val="0"/>
                </a:spcAft>
              </a:pPr>
              <a:r>
                <a:rPr lang="en-US" sz="700" dirty="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48</a:t>
              </a:r>
            </a:p>
            <a:p>
              <a:pPr algn="ctr">
                <a:lnSpc>
                  <a:spcPct val="90000"/>
                </a:lnSpc>
                <a:spcAft>
                  <a:spcPts val="0"/>
                </a:spcAft>
              </a:pPr>
              <a:r>
                <a:rPr lang="en-US" sz="700" dirty="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69</a:t>
              </a:r>
            </a:p>
            <a:p>
              <a:pPr algn="ctr">
                <a:lnSpc>
                  <a:spcPct val="90000"/>
                </a:lnSpc>
                <a:spcAft>
                  <a:spcPts val="0"/>
                </a:spcAft>
              </a:pPr>
              <a:r>
                <a:rPr lang="en-US" sz="700" dirty="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t>255</a:t>
              </a:r>
            </a:p>
            <a:p>
              <a:pPr algn="ctr">
                <a:lnSpc>
                  <a:spcPct val="90000"/>
                </a:lnSpc>
                <a:spcAft>
                  <a:spcPts val="0"/>
                </a:spcAft>
              </a:pPr>
              <a:r>
                <a:rPr lang="en-US" sz="700" dirty="0"/>
                <a:t>87</a:t>
              </a:r>
            </a:p>
            <a:p>
              <a:pPr algn="ctr">
                <a:lnSpc>
                  <a:spcPct val="90000"/>
                </a:lnSpc>
                <a:spcAft>
                  <a:spcPts val="0"/>
                </a:spcAft>
              </a:pPr>
              <a:r>
                <a:rPr lang="en-US" sz="700" dirty="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rPr>
                <a:t>129</a:t>
              </a:r>
            </a:p>
            <a:p>
              <a:pPr algn="ctr">
                <a:lnSpc>
                  <a:spcPct val="90000"/>
                </a:lnSpc>
                <a:spcAft>
                  <a:spcPts val="0"/>
                </a:spcAft>
              </a:pPr>
              <a:r>
                <a:rPr lang="en-US" sz="700" dirty="0">
                  <a:solidFill>
                    <a:schemeClr val="bg1"/>
                  </a:solidFill>
                </a:rPr>
                <a:t>27</a:t>
              </a:r>
            </a:p>
            <a:p>
              <a:pPr algn="ctr">
                <a:lnSpc>
                  <a:spcPct val="90000"/>
                </a:lnSpc>
                <a:spcAft>
                  <a:spcPts val="0"/>
                </a:spcAft>
              </a:pPr>
              <a:r>
                <a:rPr lang="en-US" sz="700" dirty="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rPr>
                <a:t>161</a:t>
              </a:r>
            </a:p>
            <a:p>
              <a:pPr algn="ctr">
                <a:lnSpc>
                  <a:spcPct val="90000"/>
                </a:lnSpc>
                <a:spcAft>
                  <a:spcPts val="0"/>
                </a:spcAft>
              </a:pPr>
              <a:r>
                <a:rPr lang="en-US" sz="700" dirty="0">
                  <a:solidFill>
                    <a:schemeClr val="bg1"/>
                  </a:solidFill>
                </a:rPr>
                <a:t>41</a:t>
              </a:r>
            </a:p>
            <a:p>
              <a:pPr algn="ctr">
                <a:lnSpc>
                  <a:spcPct val="90000"/>
                </a:lnSpc>
                <a:spcAft>
                  <a:spcPts val="0"/>
                </a:spcAft>
              </a:pPr>
              <a:r>
                <a:rPr lang="en-US" sz="700" dirty="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rPr>
                <a:t>186</a:t>
              </a:r>
            </a:p>
            <a:p>
              <a:pPr algn="ctr">
                <a:lnSpc>
                  <a:spcPct val="90000"/>
                </a:lnSpc>
                <a:spcAft>
                  <a:spcPts val="0"/>
                </a:spcAft>
              </a:pPr>
              <a:r>
                <a:rPr lang="en-US" sz="700" dirty="0">
                  <a:solidFill>
                    <a:schemeClr val="bg1"/>
                  </a:solidFill>
                </a:rPr>
                <a:t>41</a:t>
              </a:r>
            </a:p>
            <a:p>
              <a:pPr algn="ctr">
                <a:lnSpc>
                  <a:spcPct val="90000"/>
                </a:lnSpc>
                <a:spcAft>
                  <a:spcPts val="0"/>
                </a:spcAft>
              </a:pPr>
              <a:r>
                <a:rPr lang="en-US" sz="700" dirty="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t>209</a:t>
              </a:r>
            </a:p>
            <a:p>
              <a:pPr algn="ctr">
                <a:lnSpc>
                  <a:spcPct val="90000"/>
                </a:lnSpc>
                <a:spcAft>
                  <a:spcPts val="0"/>
                </a:spcAft>
              </a:pPr>
              <a:r>
                <a:rPr lang="en-US" sz="700" dirty="0"/>
                <a:t>58</a:t>
              </a:r>
            </a:p>
            <a:p>
              <a:pPr algn="ctr">
                <a:lnSpc>
                  <a:spcPct val="90000"/>
                </a:lnSpc>
                <a:spcAft>
                  <a:spcPts val="0"/>
                </a:spcAft>
              </a:pPr>
              <a:r>
                <a:rPr lang="en-US" sz="700" dirty="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t>229</a:t>
              </a:r>
            </a:p>
            <a:p>
              <a:pPr algn="ctr">
                <a:lnSpc>
                  <a:spcPct val="90000"/>
                </a:lnSpc>
                <a:spcAft>
                  <a:spcPts val="0"/>
                </a:spcAft>
              </a:pPr>
              <a:r>
                <a:rPr lang="en-US" sz="700" dirty="0"/>
                <a:t>87</a:t>
              </a:r>
            </a:p>
            <a:p>
              <a:pPr algn="ctr">
                <a:lnSpc>
                  <a:spcPct val="90000"/>
                </a:lnSpc>
                <a:spcAft>
                  <a:spcPts val="0"/>
                </a:spcAft>
              </a:pPr>
              <a:r>
                <a:rPr lang="en-US" sz="700" dirty="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rPr>
                <a:t>15</a:t>
              </a:r>
            </a:p>
            <a:p>
              <a:pPr algn="ctr">
                <a:lnSpc>
                  <a:spcPct val="90000"/>
                </a:lnSpc>
                <a:spcAft>
                  <a:spcPts val="0"/>
                </a:spcAft>
              </a:pPr>
              <a:r>
                <a:rPr lang="en-US" sz="700" b="0" dirty="0">
                  <a:solidFill>
                    <a:schemeClr val="bg1"/>
                  </a:solidFill>
                </a:rPr>
                <a:t>67</a:t>
              </a:r>
            </a:p>
            <a:p>
              <a:pPr algn="ctr">
                <a:lnSpc>
                  <a:spcPct val="90000"/>
                </a:lnSpc>
                <a:spcAft>
                  <a:spcPts val="0"/>
                </a:spcAft>
              </a:pPr>
              <a:r>
                <a:rPr lang="en-US" sz="700" b="0" dirty="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rPr>
                <a:t>15</a:t>
              </a:r>
            </a:p>
            <a:p>
              <a:pPr algn="ctr">
                <a:lnSpc>
                  <a:spcPct val="90000"/>
                </a:lnSpc>
                <a:spcAft>
                  <a:spcPts val="0"/>
                </a:spcAft>
              </a:pPr>
              <a:r>
                <a:rPr lang="en-US" sz="700" b="0" dirty="0">
                  <a:solidFill>
                    <a:schemeClr val="bg1"/>
                  </a:solidFill>
                </a:rPr>
                <a:t>106</a:t>
              </a:r>
            </a:p>
            <a:p>
              <a:pPr algn="ctr">
                <a:lnSpc>
                  <a:spcPct val="90000"/>
                </a:lnSpc>
                <a:spcAft>
                  <a:spcPts val="0"/>
                </a:spcAft>
              </a:pPr>
              <a:r>
                <a:rPr lang="en-US" sz="700" b="0" dirty="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rPr>
                <a:t>15</a:t>
              </a:r>
            </a:p>
            <a:p>
              <a:pPr algn="ctr">
                <a:lnSpc>
                  <a:spcPct val="90000"/>
                </a:lnSpc>
                <a:spcAft>
                  <a:spcPts val="0"/>
                </a:spcAft>
              </a:pPr>
              <a:r>
                <a:rPr lang="en-US" sz="700" b="0" dirty="0">
                  <a:solidFill>
                    <a:schemeClr val="bg1"/>
                  </a:solidFill>
                </a:rPr>
                <a:t>135</a:t>
              </a:r>
            </a:p>
            <a:p>
              <a:pPr algn="ctr">
                <a:lnSpc>
                  <a:spcPct val="90000"/>
                </a:lnSpc>
                <a:spcAft>
                  <a:spcPts val="0"/>
                </a:spcAft>
              </a:pPr>
              <a:r>
                <a:rPr lang="en-US" sz="700" b="0" dirty="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178</a:t>
              </a:r>
            </a:p>
            <a:p>
              <a:pPr algn="ctr">
                <a:lnSpc>
                  <a:spcPct val="90000"/>
                </a:lnSpc>
                <a:spcAft>
                  <a:spcPts val="0"/>
                </a:spcAft>
              </a:pPr>
              <a:r>
                <a:rPr lang="en-US" sz="700" b="0" dirty="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244</a:t>
              </a:r>
            </a:p>
            <a:p>
              <a:pPr algn="ctr">
                <a:lnSpc>
                  <a:spcPct val="90000"/>
                </a:lnSpc>
                <a:spcAft>
                  <a:spcPts val="0"/>
                </a:spcAft>
              </a:pPr>
              <a:r>
                <a:rPr lang="en-US" sz="700" b="0" dirty="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23</a:t>
              </a:r>
            </a:p>
            <a:p>
              <a:pPr algn="ctr">
                <a:lnSpc>
                  <a:spcPct val="90000"/>
                </a:lnSpc>
                <a:spcAft>
                  <a:spcPts val="0"/>
                </a:spcAft>
              </a:pPr>
              <a:r>
                <a:rPr lang="en-US" sz="700" b="0" dirty="0">
                  <a:solidFill>
                    <a:schemeClr val="bg1"/>
                  </a:solidFill>
                </a:rPr>
                <a:t>128</a:t>
              </a:r>
            </a:p>
            <a:p>
              <a:pPr algn="ctr">
                <a:lnSpc>
                  <a:spcPct val="90000"/>
                </a:lnSpc>
                <a:spcAft>
                  <a:spcPts val="0"/>
                </a:spcAft>
              </a:pPr>
              <a:r>
                <a:rPr lang="en-US" sz="700" b="0" dirty="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23</a:t>
              </a:r>
            </a:p>
            <a:p>
              <a:pPr algn="ctr">
                <a:lnSpc>
                  <a:spcPct val="90000"/>
                </a:lnSpc>
                <a:spcAft>
                  <a:spcPts val="0"/>
                </a:spcAft>
              </a:pPr>
              <a:r>
                <a:rPr lang="en-US" sz="700" b="0" dirty="0">
                  <a:solidFill>
                    <a:schemeClr val="bg1"/>
                  </a:solidFill>
                </a:rPr>
                <a:t>140</a:t>
              </a:r>
            </a:p>
            <a:p>
              <a:pPr algn="ctr">
                <a:lnSpc>
                  <a:spcPct val="90000"/>
                </a:lnSpc>
                <a:spcAft>
                  <a:spcPts val="0"/>
                </a:spcAft>
              </a:pPr>
              <a:r>
                <a:rPr lang="en-US" sz="700" b="0" dirty="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t>46</a:t>
              </a:r>
            </a:p>
            <a:p>
              <a:pPr algn="ctr">
                <a:lnSpc>
                  <a:spcPct val="90000"/>
                </a:lnSpc>
                <a:spcAft>
                  <a:spcPts val="0"/>
                </a:spcAft>
              </a:pPr>
              <a:r>
                <a:rPr lang="en-US" sz="700" b="0" dirty="0"/>
                <a:t>166</a:t>
              </a:r>
            </a:p>
            <a:p>
              <a:pPr algn="ctr">
                <a:lnSpc>
                  <a:spcPct val="90000"/>
                </a:lnSpc>
                <a:spcAft>
                  <a:spcPts val="0"/>
                </a:spcAft>
              </a:pPr>
              <a:r>
                <a:rPr lang="en-US" sz="700" b="0" dirty="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t>51</a:t>
              </a:r>
            </a:p>
            <a:p>
              <a:pPr algn="ctr">
                <a:lnSpc>
                  <a:spcPct val="90000"/>
                </a:lnSpc>
                <a:spcAft>
                  <a:spcPts val="0"/>
                </a:spcAft>
              </a:pPr>
              <a:r>
                <a:rPr lang="en-US" sz="700" b="0" dirty="0"/>
                <a:t>181</a:t>
              </a:r>
            </a:p>
            <a:p>
              <a:pPr algn="ctr">
                <a:lnSpc>
                  <a:spcPct val="90000"/>
                </a:lnSpc>
                <a:spcAft>
                  <a:spcPts val="0"/>
                </a:spcAft>
              </a:pPr>
              <a:r>
                <a:rPr lang="en-US" sz="700" b="0" dirty="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p>
            <a:p>
              <a:pPr algn="ctr">
                <a:lnSpc>
                  <a:spcPct val="90000"/>
                </a:lnSpc>
                <a:spcAft>
                  <a:spcPts val="0"/>
                </a:spcAft>
              </a:pPr>
              <a:r>
                <a:rPr lang="en-US" sz="700" b="0" dirty="0"/>
                <a:t>87</a:t>
              </a:r>
            </a:p>
            <a:p>
              <a:pPr algn="ctr">
                <a:lnSpc>
                  <a:spcPct val="90000"/>
                </a:lnSpc>
                <a:spcAft>
                  <a:spcPts val="0"/>
                </a:spcAft>
              </a:pPr>
              <a:r>
                <a:rPr lang="en-US" sz="700" b="0" dirty="0"/>
                <a:t>207</a:t>
              </a:r>
            </a:p>
            <a:p>
              <a:pPr algn="ctr">
                <a:lnSpc>
                  <a:spcPct val="90000"/>
                </a:lnSpc>
                <a:spcAft>
                  <a:spcPts val="0"/>
                </a:spcAft>
              </a:pPr>
              <a:r>
                <a:rPr lang="en-US" sz="700" b="0" dirty="0"/>
                <a:t>128</a:t>
              </a:r>
            </a:p>
            <a:p>
              <a:pPr algn="ctr">
                <a:lnSpc>
                  <a:spcPct val="90000"/>
                </a:lnSpc>
                <a:spcAft>
                  <a:spcPts val="0"/>
                </a:spcAft>
              </a:pPr>
              <a:endParaRPr lang="en-US" sz="700" b="0" dirty="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23</a:t>
              </a:r>
            </a:p>
            <a:p>
              <a:pPr algn="ctr">
                <a:lnSpc>
                  <a:spcPct val="90000"/>
                </a:lnSpc>
                <a:spcAft>
                  <a:spcPts val="0"/>
                </a:spcAft>
              </a:pPr>
              <a:r>
                <a:rPr lang="en-US" sz="700" b="0" dirty="0">
                  <a:solidFill>
                    <a:schemeClr val="bg1"/>
                  </a:solidFill>
                </a:rPr>
                <a:t>51</a:t>
              </a:r>
            </a:p>
            <a:p>
              <a:pPr algn="ctr">
                <a:lnSpc>
                  <a:spcPct val="90000"/>
                </a:lnSpc>
                <a:spcAft>
                  <a:spcPts val="0"/>
                </a:spcAft>
              </a:pPr>
              <a:r>
                <a:rPr lang="en-US" sz="700" b="0" dirty="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rPr>
                <a:t>33</a:t>
              </a:r>
            </a:p>
            <a:p>
              <a:pPr algn="ctr">
                <a:lnSpc>
                  <a:spcPct val="90000"/>
                </a:lnSpc>
                <a:spcAft>
                  <a:spcPts val="0"/>
                </a:spcAft>
              </a:pPr>
              <a:r>
                <a:rPr lang="en-US" sz="700" b="0" dirty="0">
                  <a:solidFill>
                    <a:schemeClr val="bg1"/>
                  </a:solidFill>
                </a:rPr>
                <a:t>69</a:t>
              </a:r>
            </a:p>
            <a:p>
              <a:pPr algn="ctr">
                <a:lnSpc>
                  <a:spcPct val="90000"/>
                </a:lnSpc>
                <a:spcAft>
                  <a:spcPts val="0"/>
                </a:spcAft>
              </a:pPr>
              <a:r>
                <a:rPr lang="en-US" sz="700" b="0" dirty="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rPr>
                <a:t>20</a:t>
              </a:r>
            </a:p>
            <a:p>
              <a:pPr algn="ctr">
                <a:lnSpc>
                  <a:spcPct val="90000"/>
                </a:lnSpc>
                <a:spcAft>
                  <a:spcPts val="0"/>
                </a:spcAft>
              </a:pPr>
              <a:r>
                <a:rPr lang="en-US" sz="700" b="0" dirty="0">
                  <a:solidFill>
                    <a:schemeClr val="bg1"/>
                  </a:solidFill>
                </a:rPr>
                <a:t>89</a:t>
              </a:r>
            </a:p>
            <a:p>
              <a:pPr algn="ctr">
                <a:lnSpc>
                  <a:spcPct val="90000"/>
                </a:lnSpc>
                <a:spcAft>
                  <a:spcPts val="0"/>
                </a:spcAft>
              </a:pPr>
              <a:r>
                <a:rPr lang="en-US" sz="700" b="0" dirty="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rPr>
                <a:t>51</a:t>
              </a:r>
            </a:p>
            <a:p>
              <a:pPr algn="ctr">
                <a:lnSpc>
                  <a:spcPct val="90000"/>
                </a:lnSpc>
                <a:spcAft>
                  <a:spcPts val="0"/>
                </a:spcAft>
              </a:pPr>
              <a:r>
                <a:rPr lang="en-US" sz="700" b="0" dirty="0">
                  <a:solidFill>
                    <a:schemeClr val="bg1"/>
                  </a:solidFill>
                </a:rPr>
                <a:t>107</a:t>
              </a:r>
            </a:p>
            <a:p>
              <a:pPr algn="ctr">
                <a:lnSpc>
                  <a:spcPct val="90000"/>
                </a:lnSpc>
                <a:spcAft>
                  <a:spcPts val="0"/>
                </a:spcAft>
              </a:pPr>
              <a:r>
                <a:rPr lang="en-US" sz="700" b="0" dirty="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rPr>
                <a:t>51</a:t>
              </a:r>
            </a:p>
            <a:p>
              <a:pPr algn="ctr">
                <a:lnSpc>
                  <a:spcPct val="90000"/>
                </a:lnSpc>
                <a:spcAft>
                  <a:spcPts val="0"/>
                </a:spcAft>
              </a:pPr>
              <a:r>
                <a:rPr lang="en-US" sz="700" b="0" dirty="0">
                  <a:solidFill>
                    <a:schemeClr val="bg1"/>
                  </a:solidFill>
                </a:rPr>
                <a:t>128</a:t>
              </a:r>
            </a:p>
            <a:p>
              <a:pPr algn="ctr">
                <a:lnSpc>
                  <a:spcPct val="90000"/>
                </a:lnSpc>
                <a:spcAft>
                  <a:spcPts val="0"/>
                </a:spcAft>
              </a:pPr>
              <a:r>
                <a:rPr lang="en-US" sz="700" b="0" dirty="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rPr>
                <a:t>0</a:t>
              </a:r>
            </a:p>
            <a:p>
              <a:pPr algn="ctr">
                <a:lnSpc>
                  <a:spcPct val="90000"/>
                </a:lnSpc>
                <a:spcAft>
                  <a:spcPts val="0"/>
                </a:spcAft>
              </a:pPr>
              <a:r>
                <a:rPr lang="en-US" sz="700" b="0" dirty="0">
                  <a:solidFill>
                    <a:schemeClr val="bg1"/>
                  </a:solidFill>
                </a:rPr>
                <a:t>125</a:t>
              </a:r>
            </a:p>
            <a:p>
              <a:pPr algn="ctr">
                <a:lnSpc>
                  <a:spcPct val="90000"/>
                </a:lnSpc>
                <a:spcAft>
                  <a:spcPts val="0"/>
                </a:spcAft>
              </a:pPr>
              <a:r>
                <a:rPr lang="en-US" sz="700" b="0" dirty="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rPr>
                <a:t>0</a:t>
              </a:r>
            </a:p>
            <a:p>
              <a:pPr algn="ctr">
                <a:lnSpc>
                  <a:spcPct val="90000"/>
                </a:lnSpc>
                <a:spcAft>
                  <a:spcPts val="0"/>
                </a:spcAft>
              </a:pPr>
              <a:r>
                <a:rPr lang="en-US" sz="700" b="0" dirty="0">
                  <a:solidFill>
                    <a:schemeClr val="bg1"/>
                  </a:solidFill>
                </a:rPr>
                <a:t>146</a:t>
              </a:r>
            </a:p>
            <a:p>
              <a:pPr algn="ctr">
                <a:lnSpc>
                  <a:spcPct val="90000"/>
                </a:lnSpc>
                <a:spcAft>
                  <a:spcPts val="0"/>
                </a:spcAft>
              </a:pPr>
              <a:r>
                <a:rPr lang="en-US" sz="700" b="0" dirty="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191</a:t>
              </a:r>
            </a:p>
            <a:p>
              <a:pPr algn="ctr">
                <a:lnSpc>
                  <a:spcPct val="90000"/>
                </a:lnSpc>
                <a:spcAft>
                  <a:spcPts val="0"/>
                </a:spcAft>
              </a:pPr>
              <a:r>
                <a:rPr lang="en-US" sz="700" b="0" dirty="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213</a:t>
              </a:r>
            </a:p>
            <a:p>
              <a:pPr algn="ctr">
                <a:lnSpc>
                  <a:spcPct val="90000"/>
                </a:lnSpc>
                <a:spcAft>
                  <a:spcPts val="0"/>
                </a:spcAft>
              </a:pPr>
              <a:r>
                <a:rPr lang="en-US" sz="700" b="0" dirty="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t>0</a:t>
              </a:r>
            </a:p>
            <a:p>
              <a:pPr algn="ctr">
                <a:lnSpc>
                  <a:spcPct val="90000"/>
                </a:lnSpc>
                <a:spcAft>
                  <a:spcPts val="0"/>
                </a:spcAft>
              </a:pPr>
              <a:r>
                <a:rPr lang="en-US" sz="700" b="0" dirty="0"/>
                <a:t>230</a:t>
              </a:r>
            </a:p>
            <a:p>
              <a:pPr algn="ctr">
                <a:lnSpc>
                  <a:spcPct val="90000"/>
                </a:lnSpc>
                <a:spcAft>
                  <a:spcPts val="0"/>
                </a:spcAft>
              </a:pPr>
              <a:r>
                <a:rPr lang="en-US" sz="700" b="0" dirty="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4030" r:id="rId1"/>
  </p:sldLayoutIdLst>
  <p:hf sldNum="0" hd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p:nvPicPr>
        <p:blipFill>
          <a:blip r:embed="rId65"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dirty="0"/>
              <a:t>Enter </a:t>
            </a:r>
            <a:r>
              <a:rPr lang="fr-FR" dirty="0" err="1"/>
              <a:t>your</a:t>
            </a:r>
            <a:r>
              <a:rPr lang="fr-FR" dirty="0"/>
              <a:t> contents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en-US" dirty="0"/>
          </a:p>
        </p:txBody>
      </p:sp>
      <p:grpSp>
        <p:nvGrpSpPr>
          <p:cNvPr id="31" name="Groupe 1">
            <a:extLst>
              <a:ext uri="{FF2B5EF4-FFF2-40B4-BE49-F238E27FC236}">
                <a16:creationId xmlns:a16="http://schemas.microsoft.com/office/drawing/2014/main" id="{F31688C0-3AAB-457C-86FA-4177A059CF79}"/>
              </a:ext>
            </a:extLst>
          </p:cNvPr>
          <p:cNvGrpSpPr/>
          <p:nvPr/>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dirty="0"/>
              <a:t>Modifiez le style du titre</a:t>
            </a:r>
            <a:endParaRPr lang="de-DE" dirty="0"/>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dirty="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dirty="0"/>
              <a:t>	Source:	Source Text</a:t>
            </a:r>
          </a:p>
        </p:txBody>
      </p:sp>
      <p:sp>
        <p:nvSpPr>
          <p:cNvPr id="3" name="Rectangle 27">
            <a:extLst>
              <a:ext uri="{FF2B5EF4-FFF2-40B4-BE49-F238E27FC236}">
                <a16:creationId xmlns:a16="http://schemas.microsoft.com/office/drawing/2014/main" id="{62086BA9-1591-C6CD-E573-A5F8961683B1}"/>
              </a:ext>
            </a:extLst>
          </p:cNvPr>
          <p:cNvSpPr/>
          <p:nvPr/>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Presentation title | Author | Date</a:t>
            </a:r>
          </a:p>
        </p:txBody>
      </p:sp>
      <p:sp>
        <p:nvSpPr>
          <p:cNvPr id="6" name="Rectangle 27">
            <a:extLst>
              <a:ext uri="{FF2B5EF4-FFF2-40B4-BE49-F238E27FC236}">
                <a16:creationId xmlns:a16="http://schemas.microsoft.com/office/drawing/2014/main" id="{C7A3A5DA-5BBD-64D1-6DE2-E0F6859C58F2}"/>
              </a:ext>
            </a:extLst>
          </p:cNvPr>
          <p:cNvSpPr/>
          <p:nvPr/>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chemeClr val="bg1">
                    <a:lumMod val="65000"/>
                  </a:schemeClr>
                </a:solidFill>
                <a:latin typeface="+mn-lt"/>
                <a:cs typeface="Arial" panose="020B0604020202020204" pitchFamily="34" charset="0"/>
              </a:rPr>
              <a:t>Public © Capgemini 2025. All rights reserved  |</a:t>
            </a:r>
          </a:p>
        </p:txBody>
      </p:sp>
      <p:sp>
        <p:nvSpPr>
          <p:cNvPr id="7" name="Rectangle 43">
            <a:extLst>
              <a:ext uri="{FF2B5EF4-FFF2-40B4-BE49-F238E27FC236}">
                <a16:creationId xmlns:a16="http://schemas.microsoft.com/office/drawing/2014/main" id="{5A64C6D2-B9B0-18AF-749A-15AAED7E4993}"/>
              </a:ext>
            </a:extLst>
          </p:cNvPr>
          <p:cNvSpPr/>
          <p:nvPr/>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‹N°›</a:t>
            </a:fld>
            <a:endParaRPr lang="en-US" sz="800">
              <a:solidFill>
                <a:schemeClr val="bg1">
                  <a:lumMod val="65000"/>
                </a:schemeClr>
              </a:solidFill>
              <a:latin typeface="+mn-lt"/>
              <a:cs typeface="Arial" panose="020B0604020202020204" pitchFamily="34" charset="0"/>
            </a:endParaRPr>
          </a:p>
        </p:txBody>
      </p:sp>
      <p:grpSp>
        <p:nvGrpSpPr>
          <p:cNvPr id="8" name="Group 2">
            <a:extLst>
              <a:ext uri="{FF2B5EF4-FFF2-40B4-BE49-F238E27FC236}">
                <a16:creationId xmlns:a16="http://schemas.microsoft.com/office/drawing/2014/main" id="{CB9FB773-D9D9-FB34-AE2A-3B7CB0A811D8}"/>
              </a:ext>
            </a:extLst>
          </p:cNvPr>
          <p:cNvGrpSpPr/>
          <p:nvPr userDrawn="1"/>
        </p:nvGrpSpPr>
        <p:grpSpPr>
          <a:xfrm>
            <a:off x="12295891" y="1659"/>
            <a:ext cx="360000" cy="2069166"/>
            <a:chOff x="12498114" y="115959"/>
            <a:chExt cx="360000" cy="2069166"/>
          </a:xfrm>
        </p:grpSpPr>
        <p:sp>
          <p:nvSpPr>
            <p:cNvPr id="9" name="Rectangle 8">
              <a:extLst>
                <a:ext uri="{FF2B5EF4-FFF2-40B4-BE49-F238E27FC236}">
                  <a16:creationId xmlns:a16="http://schemas.microsoft.com/office/drawing/2014/main" id="{96924B66-B28A-E1FE-35B2-E8C99F4D0E69}"/>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0" name="Rectangle 9">
              <a:extLst>
                <a:ext uri="{FF2B5EF4-FFF2-40B4-BE49-F238E27FC236}">
                  <a16:creationId xmlns:a16="http://schemas.microsoft.com/office/drawing/2014/main" id="{7D26DC2E-EC13-7B97-0908-D6459CBDA65C}"/>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1" name="Rectangle 10">
              <a:extLst>
                <a:ext uri="{FF2B5EF4-FFF2-40B4-BE49-F238E27FC236}">
                  <a16:creationId xmlns:a16="http://schemas.microsoft.com/office/drawing/2014/main" id="{8D2BA848-FB5A-ED68-D3FC-DB2F780347CD}"/>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2" name="Rectangle 11">
              <a:extLst>
                <a:ext uri="{FF2B5EF4-FFF2-40B4-BE49-F238E27FC236}">
                  <a16:creationId xmlns:a16="http://schemas.microsoft.com/office/drawing/2014/main" id="{15E48AA4-5A1F-5597-1B23-C4588B22048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13" name="Rectangle 12">
              <a:extLst>
                <a:ext uri="{FF2B5EF4-FFF2-40B4-BE49-F238E27FC236}">
                  <a16:creationId xmlns:a16="http://schemas.microsoft.com/office/drawing/2014/main" id="{C7FAF10F-C9F4-AFCE-0028-0626C941FD78}"/>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14" name="Groupe 1">
            <a:extLst>
              <a:ext uri="{FF2B5EF4-FFF2-40B4-BE49-F238E27FC236}">
                <a16:creationId xmlns:a16="http://schemas.microsoft.com/office/drawing/2014/main" id="{8403E4D5-A5E7-F80A-9783-6C5DB4701F2B}"/>
              </a:ext>
            </a:extLst>
          </p:cNvPr>
          <p:cNvGrpSpPr>
            <a:grpSpLocks noChangeAspect="1"/>
          </p:cNvGrpSpPr>
          <p:nvPr userDrawn="1"/>
        </p:nvGrpSpPr>
        <p:grpSpPr>
          <a:xfrm>
            <a:off x="11562163" y="205059"/>
            <a:ext cx="419436" cy="388988"/>
            <a:chOff x="11501102" y="171573"/>
            <a:chExt cx="419436" cy="388988"/>
          </a:xfrm>
        </p:grpSpPr>
        <p:sp>
          <p:nvSpPr>
            <p:cNvPr id="15" name="Freeform 13">
              <a:extLst>
                <a:ext uri="{FF2B5EF4-FFF2-40B4-BE49-F238E27FC236}">
                  <a16:creationId xmlns:a16="http://schemas.microsoft.com/office/drawing/2014/main" id="{E4E5120E-CD00-D5DB-B70F-11012B4920A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6" name="Freeform 14">
              <a:extLst>
                <a:ext uri="{FF2B5EF4-FFF2-40B4-BE49-F238E27FC236}">
                  <a16:creationId xmlns:a16="http://schemas.microsoft.com/office/drawing/2014/main" id="{920F4D96-529E-461E-2FBA-9EF139D6D41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17" name="Rectangle 27">
            <a:extLst>
              <a:ext uri="{FF2B5EF4-FFF2-40B4-BE49-F238E27FC236}">
                <a16:creationId xmlns:a16="http://schemas.microsoft.com/office/drawing/2014/main" id="{8C385E9B-6AF6-E10C-31EE-38DDE2613117}"/>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18" name="Retângulo 43">
            <a:extLst>
              <a:ext uri="{FF2B5EF4-FFF2-40B4-BE49-F238E27FC236}">
                <a16:creationId xmlns:a16="http://schemas.microsoft.com/office/drawing/2014/main" id="{A8D554F2-732F-65ED-AAAB-7479B6CA118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‹N°›</a:t>
            </a:fld>
            <a:endParaRPr lang="en-US" sz="800" dirty="0">
              <a:solidFill>
                <a:srgbClr val="A6A6A6"/>
              </a:solidFill>
              <a:latin typeface="Ubuntu" panose="020B0504030602030204" pitchFamily="34" charset="0"/>
              <a:cs typeface="Arial" panose="020B0604020202020204" pitchFamily="34" charset="0"/>
            </a:endParaRPr>
          </a:p>
        </p:txBody>
      </p:sp>
      <p:sp>
        <p:nvSpPr>
          <p:cNvPr id="19" name="Rectangle 27">
            <a:extLst>
              <a:ext uri="{FF2B5EF4-FFF2-40B4-BE49-F238E27FC236}">
                <a16:creationId xmlns:a16="http://schemas.microsoft.com/office/drawing/2014/main" id="{EC7CD9E6-A837-981F-5267-CF3398CEB7B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10242854"/>
      </p:ext>
    </p:extLst>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1" r:id="rId7"/>
    <p:sldLayoutId id="2147483972" r:id="rId8"/>
    <p:sldLayoutId id="2147483973" r:id="rId9"/>
    <p:sldLayoutId id="2147483974" r:id="rId10"/>
    <p:sldLayoutId id="2147483975" r:id="rId11"/>
    <p:sldLayoutId id="2147483976" r:id="rId12"/>
    <p:sldLayoutId id="2147483977" r:id="rId13"/>
    <p:sldLayoutId id="2147483978" r:id="rId14"/>
    <p:sldLayoutId id="2147483979" r:id="rId15"/>
    <p:sldLayoutId id="2147483980" r:id="rId16"/>
    <p:sldLayoutId id="2147483981" r:id="rId17"/>
    <p:sldLayoutId id="2147483982" r:id="rId18"/>
    <p:sldLayoutId id="2147483983" r:id="rId19"/>
    <p:sldLayoutId id="2147483984" r:id="rId20"/>
    <p:sldLayoutId id="2147483985" r:id="rId21"/>
    <p:sldLayoutId id="2147483986" r:id="rId22"/>
    <p:sldLayoutId id="2147483987" r:id="rId23"/>
    <p:sldLayoutId id="2147483988" r:id="rId24"/>
    <p:sldLayoutId id="2147483989" r:id="rId25"/>
    <p:sldLayoutId id="2147483990" r:id="rId26"/>
    <p:sldLayoutId id="2147483991" r:id="rId27"/>
    <p:sldLayoutId id="2147483992" r:id="rId28"/>
    <p:sldLayoutId id="2147483993" r:id="rId29"/>
    <p:sldLayoutId id="2147483994" r:id="rId30"/>
    <p:sldLayoutId id="2147483995" r:id="rId31"/>
    <p:sldLayoutId id="2147483996" r:id="rId32"/>
    <p:sldLayoutId id="2147483997" r:id="rId33"/>
    <p:sldLayoutId id="2147483998" r:id="rId34"/>
    <p:sldLayoutId id="2147483999" r:id="rId35"/>
    <p:sldLayoutId id="2147484000" r:id="rId36"/>
    <p:sldLayoutId id="2147484001" r:id="rId37"/>
    <p:sldLayoutId id="2147484002" r:id="rId38"/>
    <p:sldLayoutId id="2147484003" r:id="rId39"/>
    <p:sldLayoutId id="2147484004" r:id="rId40"/>
    <p:sldLayoutId id="2147484005" r:id="rId41"/>
    <p:sldLayoutId id="2147484006" r:id="rId42"/>
    <p:sldLayoutId id="2147484007" r:id="rId43"/>
    <p:sldLayoutId id="2147484008" r:id="rId44"/>
    <p:sldLayoutId id="2147484009" r:id="rId45"/>
    <p:sldLayoutId id="2147484010" r:id="rId46"/>
    <p:sldLayoutId id="2147484011" r:id="rId47"/>
    <p:sldLayoutId id="2147484012" r:id="rId48"/>
    <p:sldLayoutId id="2147484013" r:id="rId49"/>
    <p:sldLayoutId id="2147484014" r:id="rId50"/>
    <p:sldLayoutId id="2147484015" r:id="rId51"/>
    <p:sldLayoutId id="2147484016" r:id="rId52"/>
    <p:sldLayoutId id="2147484017" r:id="rId53"/>
    <p:sldLayoutId id="2147484018" r:id="rId54"/>
    <p:sldLayoutId id="2147484019" r:id="rId55"/>
    <p:sldLayoutId id="2147484020" r:id="rId56"/>
    <p:sldLayoutId id="2147484021" r:id="rId57"/>
    <p:sldLayoutId id="2147484022" r:id="rId58"/>
    <p:sldLayoutId id="2147484025" r:id="rId59"/>
    <p:sldLayoutId id="2147484026" r:id="rId60"/>
    <p:sldLayoutId id="2147484027" r:id="rId61"/>
    <p:sldLayoutId id="2147484028" r:id="rId62"/>
    <p:sldLayoutId id="2147484029" r:id="rId63"/>
  </p:sldLayoutIdLst>
  <p:hf sldNum="0" hd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guide id="28" pos="7423" userDrawn="1">
          <p15:clr>
            <a:srgbClr val="F26B43"/>
          </p15:clr>
        </p15:guide>
        <p15:guide id="29" orient="horz" pos="4071" userDrawn="1">
          <p15:clr>
            <a:srgbClr val="F26B43"/>
          </p15:clr>
        </p15:guide>
        <p15:guide id="30" pos="255" userDrawn="1">
          <p15:clr>
            <a:srgbClr val="F26B43"/>
          </p15:clr>
        </p15:guide>
        <p15:guide id="31" orient="horz" pos="836" userDrawn="1">
          <p15:clr>
            <a:srgbClr val="F26B43"/>
          </p15:clr>
        </p15:guide>
        <p15:guide id="32" orient="horz" pos="245" userDrawn="1">
          <p15:clr>
            <a:srgbClr val="F26B43"/>
          </p15:clr>
        </p15:guide>
        <p15:guide id="33" pos="3840" userDrawn="1">
          <p15:clr>
            <a:srgbClr val="F26B43"/>
          </p15:clr>
        </p15:guide>
        <p15:guide id="34" pos="3899" userDrawn="1">
          <p15:clr>
            <a:srgbClr val="F26B43"/>
          </p15:clr>
        </p15:guide>
        <p15:guide id="35" pos="378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3" Type="http://schemas.openxmlformats.org/officeDocument/2006/relationships/hyperlink" Target="https://azure.microsoft.com/en-us/free/students/" TargetMode="External"/><Relationship Id="rId2" Type="http://schemas.openxmlformats.org/officeDocument/2006/relationships/image" Target="../media/image19.png"/><Relationship Id="rId1" Type="http://schemas.openxmlformats.org/officeDocument/2006/relationships/slideLayout" Target="../slideLayouts/slideLayout47.xml"/><Relationship Id="rId4"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7.xml"/></Relationships>
</file>

<file path=ppt/slides/_rels/slide5.xml.rels><?xml version="1.0" encoding="UTF-8" standalone="yes"?>
<Relationships xmlns="http://schemas.openxmlformats.org/package/2006/relationships"><Relationship Id="rId2" Type="http://schemas.openxmlformats.org/officeDocument/2006/relationships/hyperlink" Target="https://dev.azure.com/" TargetMode="Externa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ous-titre 5">
            <a:extLst>
              <a:ext uri="{FF2B5EF4-FFF2-40B4-BE49-F238E27FC236}">
                <a16:creationId xmlns:a16="http://schemas.microsoft.com/office/drawing/2014/main" id="{F1704EA1-E5F3-7C35-6053-FA2BCB296509}"/>
              </a:ext>
            </a:extLst>
          </p:cNvPr>
          <p:cNvSpPr>
            <a:spLocks noGrp="1"/>
          </p:cNvSpPr>
          <p:nvPr>
            <p:ph type="subTitle" idx="1"/>
          </p:nvPr>
        </p:nvSpPr>
        <p:spPr>
          <a:xfrm>
            <a:off x="407369" y="3676570"/>
            <a:ext cx="6336703" cy="246221"/>
          </a:xfrm>
        </p:spPr>
        <p:txBody>
          <a:bodyPr/>
          <a:lstStyle/>
          <a:p>
            <a:r>
              <a:rPr lang="en-GB" dirty="0"/>
              <a:t>Microsoft Azure Public Cloud</a:t>
            </a:r>
          </a:p>
        </p:txBody>
      </p:sp>
      <p:sp>
        <p:nvSpPr>
          <p:cNvPr id="5" name="Titre 4">
            <a:extLst>
              <a:ext uri="{FF2B5EF4-FFF2-40B4-BE49-F238E27FC236}">
                <a16:creationId xmlns:a16="http://schemas.microsoft.com/office/drawing/2014/main" id="{F90F61E6-3ED8-D43F-BFB7-0E38DEA3D8DE}"/>
              </a:ext>
            </a:extLst>
          </p:cNvPr>
          <p:cNvSpPr>
            <a:spLocks noGrp="1"/>
          </p:cNvSpPr>
          <p:nvPr>
            <p:ph type="ctrTitle"/>
          </p:nvPr>
        </p:nvSpPr>
        <p:spPr/>
        <p:txBody>
          <a:bodyPr/>
          <a:lstStyle/>
          <a:p>
            <a:r>
              <a:rPr lang="en-GB" dirty="0"/>
              <a:t>Get a free Azure subscription</a:t>
            </a:r>
            <a:endParaRPr lang="en-US" dirty="0"/>
          </a:p>
        </p:txBody>
      </p:sp>
      <p:sp>
        <p:nvSpPr>
          <p:cNvPr id="7" name="Espace réservé du texte 6">
            <a:extLst>
              <a:ext uri="{FF2B5EF4-FFF2-40B4-BE49-F238E27FC236}">
                <a16:creationId xmlns:a16="http://schemas.microsoft.com/office/drawing/2014/main" id="{E9314113-169D-6562-2A98-F364F6EC98B4}"/>
              </a:ext>
            </a:extLst>
          </p:cNvPr>
          <p:cNvSpPr>
            <a:spLocks noGrp="1"/>
          </p:cNvSpPr>
          <p:nvPr>
            <p:ph type="body" sz="quarter" idx="13"/>
          </p:nvPr>
        </p:nvSpPr>
        <p:spPr/>
        <p:txBody>
          <a:bodyPr/>
          <a:lstStyle/>
          <a:p>
            <a:r>
              <a:rPr lang="en-US" dirty="0"/>
              <a:t>ISEP - Lab</a:t>
            </a:r>
          </a:p>
        </p:txBody>
      </p:sp>
    </p:spTree>
    <p:extLst>
      <p:ext uri="{BB962C8B-B14F-4D97-AF65-F5344CB8AC3E}">
        <p14:creationId xmlns:p14="http://schemas.microsoft.com/office/powerpoint/2010/main" val="2205678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DE4A2517-1D45-47E2-8DAA-7795855C7D88}"/>
              </a:ext>
            </a:extLst>
          </p:cNvPr>
          <p:cNvSpPr>
            <a:spLocks noGrp="1"/>
          </p:cNvSpPr>
          <p:nvPr>
            <p:ph type="title"/>
          </p:nvPr>
        </p:nvSpPr>
        <p:spPr/>
        <p:txBody>
          <a:bodyPr/>
          <a:lstStyle/>
          <a:p>
            <a:r>
              <a:rPr lang="en-GB" dirty="0"/>
              <a:t>How it works?</a:t>
            </a:r>
          </a:p>
        </p:txBody>
      </p:sp>
      <p:pic>
        <p:nvPicPr>
          <p:cNvPr id="3" name="Image 2" descr="Une image contenant texte, capture d’écran, Police, document&#10;&#10;Le contenu généré par l’IA peut être incorrect.">
            <a:extLst>
              <a:ext uri="{FF2B5EF4-FFF2-40B4-BE49-F238E27FC236}">
                <a16:creationId xmlns:a16="http://schemas.microsoft.com/office/drawing/2014/main" id="{8F93AD11-8733-A289-3C34-92D04F59BD44}"/>
              </a:ext>
            </a:extLst>
          </p:cNvPr>
          <p:cNvPicPr>
            <a:picLocks noChangeAspect="1"/>
          </p:cNvPicPr>
          <p:nvPr/>
        </p:nvPicPr>
        <p:blipFill>
          <a:blip r:embed="rId2"/>
          <a:stretch>
            <a:fillRect/>
          </a:stretch>
        </p:blipFill>
        <p:spPr>
          <a:xfrm>
            <a:off x="1061760" y="1620768"/>
            <a:ext cx="6223466" cy="3616463"/>
          </a:xfrm>
          <a:prstGeom prst="rect">
            <a:avLst/>
          </a:prstGeom>
        </p:spPr>
      </p:pic>
      <p:sp>
        <p:nvSpPr>
          <p:cNvPr id="4" name="ZoneTexte 3">
            <a:extLst>
              <a:ext uri="{FF2B5EF4-FFF2-40B4-BE49-F238E27FC236}">
                <a16:creationId xmlns:a16="http://schemas.microsoft.com/office/drawing/2014/main" id="{BF0E13CA-BFFD-99B6-4CF8-DB54773E6B64}"/>
              </a:ext>
            </a:extLst>
          </p:cNvPr>
          <p:cNvSpPr txBox="1"/>
          <p:nvPr/>
        </p:nvSpPr>
        <p:spPr>
          <a:xfrm>
            <a:off x="2281562" y="6285146"/>
            <a:ext cx="4039340" cy="369332"/>
          </a:xfrm>
          <a:prstGeom prst="rect">
            <a:avLst/>
          </a:prstGeom>
          <a:noFill/>
        </p:spPr>
        <p:txBody>
          <a:bodyPr wrap="square" rtlCol="0">
            <a:spAutoFit/>
          </a:bodyPr>
          <a:lstStyle/>
          <a:p>
            <a:r>
              <a:rPr lang="nn-NO" dirty="0">
                <a:hlinkClick r:id="rId3"/>
              </a:rPr>
              <a:t>Azure for Students | Microsoft Azure</a:t>
            </a:r>
            <a:endParaRPr lang="en-US" dirty="0"/>
          </a:p>
        </p:txBody>
      </p:sp>
      <p:sp>
        <p:nvSpPr>
          <p:cNvPr id="6" name="Flèche : droite 5">
            <a:extLst>
              <a:ext uri="{FF2B5EF4-FFF2-40B4-BE49-F238E27FC236}">
                <a16:creationId xmlns:a16="http://schemas.microsoft.com/office/drawing/2014/main" id="{D9ADA67F-7497-1140-46EA-1B0A2BB7DF3D}"/>
              </a:ext>
            </a:extLst>
          </p:cNvPr>
          <p:cNvSpPr/>
          <p:nvPr/>
        </p:nvSpPr>
        <p:spPr>
          <a:xfrm>
            <a:off x="404813" y="4731798"/>
            <a:ext cx="656947" cy="34622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pic>
        <p:nvPicPr>
          <p:cNvPr id="8" name="Image 7" descr="Une image contenant texte, capture d’écran, Police, nombre&#10;&#10;Le contenu généré par l’IA peut être incorrect.">
            <a:extLst>
              <a:ext uri="{FF2B5EF4-FFF2-40B4-BE49-F238E27FC236}">
                <a16:creationId xmlns:a16="http://schemas.microsoft.com/office/drawing/2014/main" id="{F04F09C2-8BF0-C811-5124-0F7131D9AC4A}"/>
              </a:ext>
            </a:extLst>
          </p:cNvPr>
          <p:cNvPicPr>
            <a:picLocks noChangeAspect="1"/>
          </p:cNvPicPr>
          <p:nvPr/>
        </p:nvPicPr>
        <p:blipFill>
          <a:blip r:embed="rId4"/>
          <a:stretch>
            <a:fillRect/>
          </a:stretch>
        </p:blipFill>
        <p:spPr>
          <a:xfrm>
            <a:off x="8583843" y="2514361"/>
            <a:ext cx="2768742" cy="2095608"/>
          </a:xfrm>
          <a:prstGeom prst="rect">
            <a:avLst/>
          </a:prstGeom>
        </p:spPr>
      </p:pic>
    </p:spTree>
    <p:extLst>
      <p:ext uri="{BB962C8B-B14F-4D97-AF65-F5344CB8AC3E}">
        <p14:creationId xmlns:p14="http://schemas.microsoft.com/office/powerpoint/2010/main" val="88099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88B23-68F1-B4C6-8322-8C011C0AE394}"/>
            </a:ext>
          </a:extLst>
        </p:cNvPr>
        <p:cNvGrpSpPr/>
        <p:nvPr/>
      </p:nvGrpSpPr>
      <p:grpSpPr>
        <a:xfrm>
          <a:off x="0" y="0"/>
          <a:ext cx="0" cy="0"/>
          <a:chOff x="0" y="0"/>
          <a:chExt cx="0" cy="0"/>
        </a:xfrm>
      </p:grpSpPr>
      <p:sp>
        <p:nvSpPr>
          <p:cNvPr id="6" name="Sous-titre 5">
            <a:extLst>
              <a:ext uri="{FF2B5EF4-FFF2-40B4-BE49-F238E27FC236}">
                <a16:creationId xmlns:a16="http://schemas.microsoft.com/office/drawing/2014/main" id="{EC801ED9-8B90-1DEA-B7C8-E859E466FCF6}"/>
              </a:ext>
            </a:extLst>
          </p:cNvPr>
          <p:cNvSpPr>
            <a:spLocks noGrp="1"/>
          </p:cNvSpPr>
          <p:nvPr>
            <p:ph type="subTitle" idx="1"/>
          </p:nvPr>
        </p:nvSpPr>
        <p:spPr>
          <a:xfrm>
            <a:off x="407369" y="3676570"/>
            <a:ext cx="6336703" cy="246221"/>
          </a:xfrm>
        </p:spPr>
        <p:txBody>
          <a:bodyPr/>
          <a:lstStyle/>
          <a:p>
            <a:r>
              <a:rPr lang="en-GB" dirty="0"/>
              <a:t>Microsoft Azure Public Cloud</a:t>
            </a:r>
          </a:p>
        </p:txBody>
      </p:sp>
      <p:sp>
        <p:nvSpPr>
          <p:cNvPr id="5" name="Titre 4">
            <a:extLst>
              <a:ext uri="{FF2B5EF4-FFF2-40B4-BE49-F238E27FC236}">
                <a16:creationId xmlns:a16="http://schemas.microsoft.com/office/drawing/2014/main" id="{9E8F3460-D2E7-16E1-B62B-143BFF1BF429}"/>
              </a:ext>
            </a:extLst>
          </p:cNvPr>
          <p:cNvSpPr>
            <a:spLocks noGrp="1"/>
          </p:cNvSpPr>
          <p:nvPr>
            <p:ph type="ctrTitle"/>
          </p:nvPr>
        </p:nvSpPr>
        <p:spPr/>
        <p:txBody>
          <a:bodyPr/>
          <a:lstStyle/>
          <a:p>
            <a:r>
              <a:rPr lang="en-GB" dirty="0"/>
              <a:t>Create an Azure DevOps Organization</a:t>
            </a:r>
            <a:endParaRPr lang="en-US" dirty="0"/>
          </a:p>
        </p:txBody>
      </p:sp>
      <p:sp>
        <p:nvSpPr>
          <p:cNvPr id="7" name="Espace réservé du texte 6">
            <a:extLst>
              <a:ext uri="{FF2B5EF4-FFF2-40B4-BE49-F238E27FC236}">
                <a16:creationId xmlns:a16="http://schemas.microsoft.com/office/drawing/2014/main" id="{BED4581C-2043-BE5E-D8BE-1F71BE572893}"/>
              </a:ext>
            </a:extLst>
          </p:cNvPr>
          <p:cNvSpPr>
            <a:spLocks noGrp="1"/>
          </p:cNvSpPr>
          <p:nvPr>
            <p:ph type="body" sz="quarter" idx="13"/>
          </p:nvPr>
        </p:nvSpPr>
        <p:spPr/>
        <p:txBody>
          <a:bodyPr/>
          <a:lstStyle/>
          <a:p>
            <a:r>
              <a:rPr lang="en-US" dirty="0"/>
              <a:t>ISEP - Lab</a:t>
            </a:r>
          </a:p>
        </p:txBody>
      </p:sp>
    </p:spTree>
    <p:extLst>
      <p:ext uri="{BB962C8B-B14F-4D97-AF65-F5344CB8AC3E}">
        <p14:creationId xmlns:p14="http://schemas.microsoft.com/office/powerpoint/2010/main" val="136661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84AE74E-DA6D-44AF-8494-25252E217329}"/>
              </a:ext>
            </a:extLst>
          </p:cNvPr>
          <p:cNvPicPr>
            <a:picLocks noChangeAspect="1"/>
          </p:cNvPicPr>
          <p:nvPr/>
        </p:nvPicPr>
        <p:blipFill>
          <a:blip r:embed="rId2"/>
          <a:stretch>
            <a:fillRect/>
          </a:stretch>
        </p:blipFill>
        <p:spPr>
          <a:xfrm>
            <a:off x="0" y="789320"/>
            <a:ext cx="12192000" cy="5279360"/>
          </a:xfrm>
          <a:prstGeom prst="rect">
            <a:avLst/>
          </a:prstGeom>
        </p:spPr>
      </p:pic>
      <p:sp>
        <p:nvSpPr>
          <p:cNvPr id="5" name="Titre 4">
            <a:extLst>
              <a:ext uri="{FF2B5EF4-FFF2-40B4-BE49-F238E27FC236}">
                <a16:creationId xmlns:a16="http://schemas.microsoft.com/office/drawing/2014/main" id="{AC8CB2F6-76CD-4F90-B7CA-9280227DEA06}"/>
              </a:ext>
            </a:extLst>
          </p:cNvPr>
          <p:cNvSpPr>
            <a:spLocks noGrp="1"/>
          </p:cNvSpPr>
          <p:nvPr>
            <p:ph type="title"/>
          </p:nvPr>
        </p:nvSpPr>
        <p:spPr>
          <a:xfrm>
            <a:off x="213224" y="72609"/>
            <a:ext cx="10947772" cy="716711"/>
          </a:xfrm>
        </p:spPr>
        <p:txBody>
          <a:bodyPr/>
          <a:lstStyle/>
          <a:p>
            <a:r>
              <a:rPr lang="en-GB"/>
              <a:t>Azure </a:t>
            </a:r>
            <a:r>
              <a:rPr lang="en-GB" err="1"/>
              <a:t>devOps</a:t>
            </a:r>
            <a:r>
              <a:rPr lang="en-GB"/>
              <a:t> features</a:t>
            </a:r>
          </a:p>
        </p:txBody>
      </p:sp>
      <p:sp>
        <p:nvSpPr>
          <p:cNvPr id="7" name="ZoneTexte 6">
            <a:extLst>
              <a:ext uri="{FF2B5EF4-FFF2-40B4-BE49-F238E27FC236}">
                <a16:creationId xmlns:a16="http://schemas.microsoft.com/office/drawing/2014/main" id="{E6B349B1-566E-4569-955E-D20E7FFD76B2}"/>
              </a:ext>
            </a:extLst>
          </p:cNvPr>
          <p:cNvSpPr txBox="1"/>
          <p:nvPr/>
        </p:nvSpPr>
        <p:spPr>
          <a:xfrm>
            <a:off x="213224" y="6068680"/>
            <a:ext cx="7419974" cy="369332"/>
          </a:xfrm>
          <a:prstGeom prst="rect">
            <a:avLst/>
          </a:prstGeom>
          <a:noFill/>
        </p:spPr>
        <p:txBody>
          <a:bodyPr wrap="square">
            <a:spAutoFit/>
          </a:bodyPr>
          <a:lstStyle/>
          <a:p>
            <a:r>
              <a:rPr lang="en-GB" dirty="0"/>
              <a:t>https://azure.microsoft.com/en-us/products/devops</a:t>
            </a:r>
          </a:p>
        </p:txBody>
      </p:sp>
    </p:spTree>
    <p:extLst>
      <p:ext uri="{BB962C8B-B14F-4D97-AF65-F5344CB8AC3E}">
        <p14:creationId xmlns:p14="http://schemas.microsoft.com/office/powerpoint/2010/main" val="2279891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794032-28B9-92C1-A083-B19319B324A5}"/>
              </a:ext>
            </a:extLst>
          </p:cNvPr>
          <p:cNvSpPr>
            <a:spLocks noGrp="1"/>
          </p:cNvSpPr>
          <p:nvPr>
            <p:ph type="title"/>
          </p:nvPr>
        </p:nvSpPr>
        <p:spPr/>
        <p:txBody>
          <a:bodyPr/>
          <a:lstStyle/>
          <a:p>
            <a:r>
              <a:rPr lang="en-US" dirty="0"/>
              <a:t>Azure DevOps – Step by Step</a:t>
            </a:r>
          </a:p>
        </p:txBody>
      </p:sp>
      <p:sp>
        <p:nvSpPr>
          <p:cNvPr id="3" name="ZoneTexte 2">
            <a:extLst>
              <a:ext uri="{FF2B5EF4-FFF2-40B4-BE49-F238E27FC236}">
                <a16:creationId xmlns:a16="http://schemas.microsoft.com/office/drawing/2014/main" id="{5E86CB15-2440-D9A9-CE96-2DF91B7E3EF3}"/>
              </a:ext>
            </a:extLst>
          </p:cNvPr>
          <p:cNvSpPr txBox="1"/>
          <p:nvPr/>
        </p:nvSpPr>
        <p:spPr>
          <a:xfrm>
            <a:off x="636927" y="1585701"/>
            <a:ext cx="9673721" cy="4187942"/>
          </a:xfrm>
          <a:prstGeom prst="rect">
            <a:avLst/>
          </a:prstGeom>
          <a:noFill/>
        </p:spPr>
        <p:txBody>
          <a:bodyPr vert="horz" wrap="square" lIns="90000" tIns="46800" rIns="90000" bIns="46800" rtlCol="0" anchor="ctr">
            <a:spAutoFit/>
          </a:bodyPr>
          <a:lstStyle/>
          <a:p>
            <a:pPr>
              <a:spcBef>
                <a:spcPct val="0"/>
              </a:spcBef>
            </a:pPr>
            <a:r>
              <a:rPr lang="en-US" sz="1400" dirty="0"/>
              <a:t>1. Go to Azure DevOps</a:t>
            </a:r>
          </a:p>
          <a:p>
            <a:pPr marL="285750" indent="-285750">
              <a:spcBef>
                <a:spcPct val="0"/>
              </a:spcBef>
              <a:buFont typeface="Arial" panose="020B0604020202020204" pitchFamily="34" charset="0"/>
              <a:buChar char="•"/>
            </a:pPr>
            <a:r>
              <a:rPr lang="en-US" sz="1400" dirty="0">
                <a:hlinkClick r:id="rId2"/>
              </a:rPr>
              <a:t>https://dev.azure.com</a:t>
            </a:r>
            <a:endParaRPr lang="en-US" sz="1400" dirty="0"/>
          </a:p>
          <a:p>
            <a:pPr marL="285750" indent="-285750">
              <a:spcBef>
                <a:spcPct val="0"/>
              </a:spcBef>
              <a:buFontTx/>
              <a:buChar char="-"/>
            </a:pPr>
            <a:endParaRPr lang="en-US" sz="1400" dirty="0"/>
          </a:p>
          <a:p>
            <a:pPr>
              <a:spcBef>
                <a:spcPct val="0"/>
              </a:spcBef>
            </a:pPr>
            <a:r>
              <a:rPr lang="en-US" sz="1400" dirty="0"/>
              <a:t>2. Sign in with your personal Microsoft account (NOT school account)</a:t>
            </a:r>
          </a:p>
          <a:p>
            <a:pPr marL="285750" indent="-285750">
              <a:spcBef>
                <a:spcPct val="0"/>
              </a:spcBef>
              <a:buFont typeface="Arial" panose="020B0604020202020204" pitchFamily="34" charset="0"/>
              <a:buChar char="•"/>
            </a:pPr>
            <a:r>
              <a:rPr lang="en-US" sz="1400" dirty="0"/>
              <a:t>Do not connect to your Azure subscription.</a:t>
            </a:r>
          </a:p>
          <a:p>
            <a:pPr marL="285750" indent="-285750">
              <a:spcBef>
                <a:spcPct val="0"/>
              </a:spcBef>
              <a:buFont typeface="Arial" panose="020B0604020202020204" pitchFamily="34" charset="0"/>
              <a:buChar char="•"/>
            </a:pPr>
            <a:r>
              <a:rPr lang="en-US" sz="1400" dirty="0"/>
              <a:t>Azure DevOps free tier does not require a subscription or credit card.</a:t>
            </a:r>
          </a:p>
          <a:p>
            <a:pPr>
              <a:spcBef>
                <a:spcPct val="0"/>
              </a:spcBef>
            </a:pPr>
            <a:endParaRPr lang="en-US" sz="1400" dirty="0"/>
          </a:p>
          <a:p>
            <a:pPr>
              <a:spcBef>
                <a:spcPct val="0"/>
              </a:spcBef>
            </a:pPr>
            <a:r>
              <a:rPr lang="en-US" sz="1400" dirty="0"/>
              <a:t>3. Click “New organization”</a:t>
            </a:r>
          </a:p>
          <a:p>
            <a:pPr>
              <a:spcBef>
                <a:spcPct val="0"/>
              </a:spcBef>
            </a:pPr>
            <a:r>
              <a:rPr lang="en-US" sz="1400" dirty="0"/>
              <a:t>4. Choose a unique organization name (e.g., student‑</a:t>
            </a:r>
            <a:r>
              <a:rPr lang="en-US" sz="1400" dirty="0" err="1"/>
              <a:t>devops</a:t>
            </a:r>
            <a:r>
              <a:rPr lang="en-US" sz="1400" dirty="0"/>
              <a:t>‑john)</a:t>
            </a:r>
          </a:p>
          <a:p>
            <a:pPr>
              <a:spcBef>
                <a:spcPct val="0"/>
              </a:spcBef>
            </a:pPr>
            <a:r>
              <a:rPr lang="en-US" sz="1400" dirty="0"/>
              <a:t>5. Choose region (closest to your country)</a:t>
            </a:r>
          </a:p>
          <a:p>
            <a:pPr>
              <a:spcBef>
                <a:spcPct val="0"/>
              </a:spcBef>
            </a:pPr>
            <a:r>
              <a:rPr lang="en-US" sz="1400" dirty="0"/>
              <a:t>6. Click Continue → your Azure DevOps organization is created</a:t>
            </a:r>
          </a:p>
          <a:p>
            <a:pPr>
              <a:spcBef>
                <a:spcPct val="0"/>
              </a:spcBef>
            </a:pPr>
            <a:endParaRPr lang="en-US" sz="1400" dirty="0"/>
          </a:p>
          <a:p>
            <a:pPr>
              <a:spcBef>
                <a:spcPct val="0"/>
              </a:spcBef>
            </a:pPr>
            <a:r>
              <a:rPr lang="en-US" sz="1400" dirty="0"/>
              <a:t>7. Use the free tier features immediately</a:t>
            </a:r>
          </a:p>
          <a:p>
            <a:pPr marL="285750" indent="-285750">
              <a:spcBef>
                <a:spcPct val="0"/>
              </a:spcBef>
              <a:buFont typeface="Arial" panose="020B0604020202020204" pitchFamily="34" charset="0"/>
              <a:buChar char="•"/>
            </a:pPr>
            <a:r>
              <a:rPr lang="en-US" sz="1400" dirty="0"/>
              <a:t>Azure DevOps includes a permanently free plan:</a:t>
            </a:r>
          </a:p>
          <a:p>
            <a:pPr marL="285750" indent="-285750">
              <a:spcBef>
                <a:spcPct val="0"/>
              </a:spcBef>
              <a:buFont typeface="Arial" panose="020B0604020202020204" pitchFamily="34" charset="0"/>
              <a:buChar char="•"/>
            </a:pPr>
            <a:r>
              <a:rPr lang="en-US" sz="1400" dirty="0"/>
              <a:t>First 5 users fully free</a:t>
            </a:r>
          </a:p>
          <a:p>
            <a:pPr marL="285750" indent="-285750">
              <a:spcBef>
                <a:spcPct val="0"/>
              </a:spcBef>
              <a:buFont typeface="Arial" panose="020B0604020202020204" pitchFamily="34" charset="0"/>
              <a:buChar char="•"/>
            </a:pPr>
            <a:r>
              <a:rPr lang="en-US" sz="1400" dirty="0"/>
              <a:t>Unlimited private Git repos</a:t>
            </a:r>
          </a:p>
          <a:p>
            <a:pPr marL="285750" indent="-285750">
              <a:spcBef>
                <a:spcPct val="0"/>
              </a:spcBef>
              <a:buFont typeface="Arial" panose="020B0604020202020204" pitchFamily="34" charset="0"/>
              <a:buChar char="•"/>
            </a:pPr>
            <a:r>
              <a:rPr lang="en-US" sz="1400" dirty="0"/>
              <a:t>Azure Boards (Kanban, sprints)</a:t>
            </a:r>
          </a:p>
          <a:p>
            <a:pPr marL="285750" indent="-285750">
              <a:spcBef>
                <a:spcPct val="0"/>
              </a:spcBef>
              <a:buFont typeface="Arial" panose="020B0604020202020204" pitchFamily="34" charset="0"/>
              <a:buChar char="•"/>
            </a:pPr>
            <a:r>
              <a:rPr lang="en-US" sz="1400" dirty="0"/>
              <a:t>Azure Pipelines: 1 free Microsoft‑hosted job, 1,800 minutes/month</a:t>
            </a:r>
          </a:p>
          <a:p>
            <a:pPr marL="285750" indent="-285750">
              <a:spcBef>
                <a:spcPct val="0"/>
              </a:spcBef>
              <a:buFont typeface="Arial" panose="020B0604020202020204" pitchFamily="34" charset="0"/>
              <a:buChar char="•"/>
            </a:pPr>
            <a:r>
              <a:rPr lang="en-US" sz="1400" dirty="0"/>
              <a:t>1 free self‑hosted agent with unlimited minutes</a:t>
            </a:r>
          </a:p>
        </p:txBody>
      </p:sp>
    </p:spTree>
    <p:extLst>
      <p:ext uri="{BB962C8B-B14F-4D97-AF65-F5344CB8AC3E}">
        <p14:creationId xmlns:p14="http://schemas.microsoft.com/office/powerpoint/2010/main" val="3862398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4E9D84-9616-407A-A2F2-3DDDF3A818D8}"/>
              </a:ext>
            </a:extLst>
          </p:cNvPr>
          <p:cNvSpPr>
            <a:spLocks noGrp="1"/>
          </p:cNvSpPr>
          <p:nvPr>
            <p:ph type="title"/>
          </p:nvPr>
        </p:nvSpPr>
        <p:spPr/>
        <p:txBody>
          <a:bodyPr/>
          <a:lstStyle/>
          <a:p>
            <a:r>
              <a:rPr lang="en-GB" dirty="0"/>
              <a:t>Create your Azure </a:t>
            </a:r>
            <a:r>
              <a:rPr lang="en-GB"/>
              <a:t>DevOps</a:t>
            </a:r>
            <a:r>
              <a:rPr lang="en-GB" dirty="0"/>
              <a:t> organization (no credit card)</a:t>
            </a:r>
          </a:p>
        </p:txBody>
      </p:sp>
      <p:pic>
        <p:nvPicPr>
          <p:cNvPr id="7" name="Image 6" descr="Une image contenant texte, capture d’écran, logiciel, Page web&#10;&#10;Le contenu généré par l’IA peut être incorrect.">
            <a:extLst>
              <a:ext uri="{FF2B5EF4-FFF2-40B4-BE49-F238E27FC236}">
                <a16:creationId xmlns:a16="http://schemas.microsoft.com/office/drawing/2014/main" id="{04995963-F66F-92C2-C33D-3123B951D69C}"/>
              </a:ext>
            </a:extLst>
          </p:cNvPr>
          <p:cNvPicPr>
            <a:picLocks noChangeAspect="1"/>
          </p:cNvPicPr>
          <p:nvPr/>
        </p:nvPicPr>
        <p:blipFill>
          <a:blip r:embed="rId2"/>
          <a:stretch>
            <a:fillRect/>
          </a:stretch>
        </p:blipFill>
        <p:spPr>
          <a:xfrm>
            <a:off x="5841991" y="2308606"/>
            <a:ext cx="5510593" cy="4394604"/>
          </a:xfrm>
          <a:prstGeom prst="rect">
            <a:avLst/>
          </a:prstGeom>
        </p:spPr>
      </p:pic>
      <p:pic>
        <p:nvPicPr>
          <p:cNvPr id="12" name="Image 11" descr="Une image contenant texte, Police, logiciel, nombre&#10;&#10;Le contenu généré par l’IA peut être incorrect.">
            <a:extLst>
              <a:ext uri="{FF2B5EF4-FFF2-40B4-BE49-F238E27FC236}">
                <a16:creationId xmlns:a16="http://schemas.microsoft.com/office/drawing/2014/main" id="{C8EED286-CC1A-04E6-275C-DFAB3A753837}"/>
              </a:ext>
            </a:extLst>
          </p:cNvPr>
          <p:cNvPicPr>
            <a:picLocks noChangeAspect="1"/>
          </p:cNvPicPr>
          <p:nvPr/>
        </p:nvPicPr>
        <p:blipFill>
          <a:blip r:embed="rId3"/>
          <a:stretch>
            <a:fillRect/>
          </a:stretch>
        </p:blipFill>
        <p:spPr>
          <a:xfrm>
            <a:off x="306755" y="1442965"/>
            <a:ext cx="5099746" cy="2199697"/>
          </a:xfrm>
          <a:prstGeom prst="rect">
            <a:avLst/>
          </a:prstGeom>
        </p:spPr>
      </p:pic>
    </p:spTree>
    <p:extLst>
      <p:ext uri="{BB962C8B-B14F-4D97-AF65-F5344CB8AC3E}">
        <p14:creationId xmlns:p14="http://schemas.microsoft.com/office/powerpoint/2010/main" val="33915800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_2025">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template-master_2025-new.pptx" id="{1A5E21FD-F1C4-4602-B93C-205760177B2A}" vid="{524A17E9-0B99-43DD-868E-483190FF6BA1}"/>
    </a:ext>
  </a:extLst>
</a:theme>
</file>

<file path=ppt/theme/theme4.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23b378b-3145-48f8-b817-46d4f1fa9e41">
      <Terms xmlns="http://schemas.microsoft.com/office/infopath/2007/PartnerControls"/>
    </lcf76f155ced4ddcb4097134ff3c332f>
    <TaxCatchAll xmlns="718d6de6-5256-4572-a9d3-fc1529a976b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389A5A8D15E6A4AB0C4CBC78829614F" ma:contentTypeVersion="14" ma:contentTypeDescription="Create a new document." ma:contentTypeScope="" ma:versionID="403beb386015927bbfc898072f26a144">
  <xsd:schema xmlns:xsd="http://www.w3.org/2001/XMLSchema" xmlns:xs="http://www.w3.org/2001/XMLSchema" xmlns:p="http://schemas.microsoft.com/office/2006/metadata/properties" xmlns:ns2="c23b378b-3145-48f8-b817-46d4f1fa9e41" xmlns:ns3="718d6de6-5256-4572-a9d3-fc1529a976b7" targetNamespace="http://schemas.microsoft.com/office/2006/metadata/properties" ma:root="true" ma:fieldsID="f073cede2a90ef06bcd224825483a416" ns2:_="" ns3:_="">
    <xsd:import namespace="c23b378b-3145-48f8-b817-46d4f1fa9e41"/>
    <xsd:import namespace="718d6de6-5256-4572-a9d3-fc1529a976b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3b378b-3145-48f8-b817-46d4f1fa9e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8d6de6-5256-4572-a9d3-fc1529a976b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336ede5-47b2-47bd-9e3b-a1b0e8532e2e}" ma:internalName="TaxCatchAll" ma:showField="CatchAllData" ma:web="718d6de6-5256-4572-a9d3-fc1529a976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2.xml><?xml version="1.0" encoding="utf-8"?>
<ds:datastoreItem xmlns:ds="http://schemas.openxmlformats.org/officeDocument/2006/customXml" ds:itemID="{8765F6DA-EDFD-4C3F-B2EB-EDE359E124E2}">
  <ds:schemaRefs>
    <ds:schemaRef ds:uri="http://schemas.microsoft.com/office/2006/documentManagement/types"/>
    <ds:schemaRef ds:uri="http://www.w3.org/XML/1998/namespace"/>
    <ds:schemaRef ds:uri="http://purl.org/dc/terms/"/>
    <ds:schemaRef ds:uri="http://schemas.openxmlformats.org/package/2006/metadata/core-properties"/>
    <ds:schemaRef ds:uri="http://schemas.microsoft.com/office/2006/metadata/properties"/>
    <ds:schemaRef ds:uri="http://schemas.microsoft.com/office/infopath/2007/PartnerControls"/>
    <ds:schemaRef ds:uri="http://purl.org/dc/elements/1.1/"/>
    <ds:schemaRef ds:uri="718d6de6-5256-4572-a9d3-fc1529a976b7"/>
    <ds:schemaRef ds:uri="c23b378b-3145-48f8-b817-46d4f1fa9e41"/>
    <ds:schemaRef ds:uri="http://purl.org/dc/dcmitype/"/>
  </ds:schemaRefs>
</ds:datastoreItem>
</file>

<file path=customXml/itemProps3.xml><?xml version="1.0" encoding="utf-8"?>
<ds:datastoreItem xmlns:ds="http://schemas.openxmlformats.org/officeDocument/2006/customXml" ds:itemID="{3AA91F41-34CD-45B9-BBE7-F459CD7CB27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3b378b-3145-48f8-b817-46d4f1fa9e41"/>
    <ds:schemaRef ds:uri="718d6de6-5256-4572-a9d3-fc1529a97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ppt-Capgemini_MasterTemplate</Template>
  <TotalTime>580</TotalTime>
  <Words>215</Words>
  <Application>Microsoft Office PowerPoint</Application>
  <PresentationFormat>Grand écran</PresentationFormat>
  <Paragraphs>31</Paragraphs>
  <Slides>6</Slides>
  <Notes>0</Notes>
  <HiddenSlides>0</HiddenSlides>
  <MMClips>0</MMClips>
  <ScaleCrop>false</ScaleCrop>
  <HeadingPairs>
    <vt:vector size="8" baseType="variant">
      <vt:variant>
        <vt:lpstr>Polices utilisées</vt:lpstr>
      </vt:variant>
      <vt:variant>
        <vt:i4>6</vt:i4>
      </vt:variant>
      <vt:variant>
        <vt:lpstr>Thème</vt:lpstr>
      </vt:variant>
      <vt:variant>
        <vt:i4>3</vt:i4>
      </vt:variant>
      <vt:variant>
        <vt:lpstr>Serveurs OLE incorporés</vt:lpstr>
      </vt:variant>
      <vt:variant>
        <vt:i4>1</vt:i4>
      </vt:variant>
      <vt:variant>
        <vt:lpstr>Titres des diapositives</vt:lpstr>
      </vt:variant>
      <vt:variant>
        <vt:i4>6</vt:i4>
      </vt:variant>
    </vt:vector>
  </HeadingPairs>
  <TitlesOfParts>
    <vt:vector size="16" baseType="lpstr">
      <vt:lpstr>Verdana</vt:lpstr>
      <vt:lpstr>Ubuntu</vt:lpstr>
      <vt:lpstr>Ubuntu Light</vt:lpstr>
      <vt:lpstr>Arial</vt:lpstr>
      <vt:lpstr>Ubuntu Medium</vt:lpstr>
      <vt:lpstr>Wingdings</vt:lpstr>
      <vt:lpstr>Capgemini Master 2021</vt:lpstr>
      <vt:lpstr>Cover options_Section</vt:lpstr>
      <vt:lpstr>Capgemini_2025</vt:lpstr>
      <vt:lpstr>think-cell Slide</vt:lpstr>
      <vt:lpstr>Get a free Azure subscription</vt:lpstr>
      <vt:lpstr>How it works?</vt:lpstr>
      <vt:lpstr>Create an Azure DevOps Organization</vt:lpstr>
      <vt:lpstr>Azure devOps features</vt:lpstr>
      <vt:lpstr>Azure DevOps – Step by Step</vt:lpstr>
      <vt:lpstr>Create your Azure DevOps organization (no credit card)</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NAVARRO, PIERRE</dc:creator>
  <cp:lastModifiedBy>NAVARRO, PIERRE</cp:lastModifiedBy>
  <cp:revision>12</cp:revision>
  <dcterms:created xsi:type="dcterms:W3CDTF">2022-03-17T10:34:22Z</dcterms:created>
  <dcterms:modified xsi:type="dcterms:W3CDTF">2026-02-18T07:30:20Z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0x0101005389A5A8D15E6A4AB0C4CBC78829614F</vt:lpwstr>
  </property>
  <property fmtid="{D5CDD505-2E9C-101B-9397-08002B2CF9AE}" pid="3" name="MediaServiceImageTags">
    <vt:lpwstr/>
  </property>
</Properties>
</file>