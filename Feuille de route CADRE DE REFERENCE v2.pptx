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ags/tag103.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0" r:id="rId3"/>
    <p:sldMasterId id="2147483680" r:id="rId4"/>
  </p:sldMasterIdLst>
  <p:notesMasterIdLst>
    <p:notesMasterId r:id="rId11"/>
  </p:notesMasterIdLst>
  <p:sldIdLst>
    <p:sldId id="2147483579" r:id="rId5"/>
    <p:sldId id="2147483583" r:id="rId6"/>
    <p:sldId id="2147483584" r:id="rId7"/>
    <p:sldId id="2147483585" r:id="rId8"/>
    <p:sldId id="2147483586" r:id="rId9"/>
    <p:sldId id="2147483587"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769563-602B-48B0-93C7-CA890987DA8A}" v="128" dt="2026-02-24T14:05:15.6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090" autoAdjust="0"/>
    <p:restoredTop sz="96622" autoAdjust="0"/>
  </p:normalViewPr>
  <p:slideViewPr>
    <p:cSldViewPr snapToGrid="0">
      <p:cViewPr>
        <p:scale>
          <a:sx n="125" d="100"/>
          <a:sy n="125" d="100"/>
        </p:scale>
        <p:origin x="89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CIER, Laure" userId="235678b4-2f7c-447d-8e75-152ed402db66" providerId="ADAL" clId="{A770C589-EC36-4D50-9D08-8269EB5E3A76}"/>
    <pc:docChg chg="undo redo custSel addSld delSld modSld sldOrd">
      <pc:chgData name="MERCIER, Laure" userId="235678b4-2f7c-447d-8e75-152ed402db66" providerId="ADAL" clId="{A770C589-EC36-4D50-9D08-8269EB5E3A76}" dt="2026-03-04T15:10:35.417" v="4510" actId="207"/>
      <pc:docMkLst>
        <pc:docMk/>
      </pc:docMkLst>
      <pc:sldChg chg="modSp mod ord">
        <pc:chgData name="MERCIER, Laure" userId="235678b4-2f7c-447d-8e75-152ed402db66" providerId="ADAL" clId="{A770C589-EC36-4D50-9D08-8269EB5E3A76}" dt="2026-02-18T08:16:15.235" v="687"/>
        <pc:sldMkLst>
          <pc:docMk/>
          <pc:sldMk cId="1728615175" sldId="2147483583"/>
        </pc:sldMkLst>
        <pc:spChg chg="mod">
          <ac:chgData name="MERCIER, Laure" userId="235678b4-2f7c-447d-8e75-152ed402db66" providerId="ADAL" clId="{A770C589-EC36-4D50-9D08-8269EB5E3A76}" dt="2026-02-17T15:32:23.058" v="158" actId="1076"/>
          <ac:spMkLst>
            <pc:docMk/>
            <pc:sldMk cId="1728615175" sldId="2147483583"/>
            <ac:spMk id="2" creationId="{FCD72ADA-AA31-975F-DBBC-CB27ED6F43B3}"/>
          </ac:spMkLst>
        </pc:spChg>
      </pc:sldChg>
      <pc:sldChg chg="addSp delSp modSp mod">
        <pc:chgData name="MERCIER, Laure" userId="235678b4-2f7c-447d-8e75-152ed402db66" providerId="ADAL" clId="{A770C589-EC36-4D50-9D08-8269EB5E3A76}" dt="2026-02-24T09:15:57.455" v="3924" actId="20577"/>
        <pc:sldMkLst>
          <pc:docMk/>
          <pc:sldMk cId="3422418846" sldId="2147483584"/>
        </pc:sldMkLst>
        <pc:spChg chg="add mod">
          <ac:chgData name="MERCIER, Laure" userId="235678b4-2f7c-447d-8e75-152ed402db66" providerId="ADAL" clId="{A770C589-EC36-4D50-9D08-8269EB5E3A76}" dt="2026-02-18T16:02:43.311" v="2489" actId="20577"/>
          <ac:spMkLst>
            <pc:docMk/>
            <pc:sldMk cId="3422418846" sldId="2147483584"/>
            <ac:spMk id="2" creationId="{34358FB5-876D-B041-01D2-AA1EC1A75674}"/>
          </ac:spMkLst>
        </pc:spChg>
        <pc:spChg chg="mod">
          <ac:chgData name="MERCIER, Laure" userId="235678b4-2f7c-447d-8e75-152ed402db66" providerId="ADAL" clId="{A770C589-EC36-4D50-9D08-8269EB5E3A76}" dt="2026-02-24T09:15:57.455" v="3924" actId="20577"/>
          <ac:spMkLst>
            <pc:docMk/>
            <pc:sldMk cId="3422418846" sldId="2147483584"/>
            <ac:spMk id="3" creationId="{4A221684-599E-088B-C1EE-A28A115C2FF4}"/>
          </ac:spMkLst>
        </pc:spChg>
      </pc:sldChg>
      <pc:sldChg chg="addSp delSp modSp mod">
        <pc:chgData name="MERCIER, Laure" userId="235678b4-2f7c-447d-8e75-152ed402db66" providerId="ADAL" clId="{A770C589-EC36-4D50-9D08-8269EB5E3A76}" dt="2026-03-04T15:10:35.417" v="4510" actId="207"/>
        <pc:sldMkLst>
          <pc:docMk/>
          <pc:sldMk cId="0" sldId="2147483585"/>
        </pc:sldMkLst>
        <pc:spChg chg="mod">
          <ac:chgData name="MERCIER, Laure" userId="235678b4-2f7c-447d-8e75-152ed402db66" providerId="ADAL" clId="{A770C589-EC36-4D50-9D08-8269EB5E3A76}" dt="2026-02-24T13:55:49.077" v="4052" actId="1035"/>
          <ac:spMkLst>
            <pc:docMk/>
            <pc:sldMk cId="0" sldId="2147483585"/>
            <ac:spMk id="3" creationId="{9BAC1AF6-AD25-A014-40E9-6CA817C2A707}"/>
          </ac:spMkLst>
        </pc:spChg>
        <pc:spChg chg="mod">
          <ac:chgData name="MERCIER, Laure" userId="235678b4-2f7c-447d-8e75-152ed402db66" providerId="ADAL" clId="{A770C589-EC36-4D50-9D08-8269EB5E3A76}" dt="2026-02-18T13:58:26.935" v="873" actId="1036"/>
          <ac:spMkLst>
            <pc:docMk/>
            <pc:sldMk cId="0" sldId="2147483585"/>
            <ac:spMk id="4" creationId="{8ECD199B-9121-1F4E-16CE-2B1DDF09BF8D}"/>
          </ac:spMkLst>
        </pc:spChg>
        <pc:spChg chg="mod">
          <ac:chgData name="MERCIER, Laure" userId="235678b4-2f7c-447d-8e75-152ed402db66" providerId="ADAL" clId="{A770C589-EC36-4D50-9D08-8269EB5E3A76}" dt="2026-02-17T15:32:07.233" v="156" actId="1037"/>
          <ac:spMkLst>
            <pc:docMk/>
            <pc:sldMk cId="0" sldId="2147483585"/>
            <ac:spMk id="5" creationId="{C7566B81-BD75-2FD4-F2FE-B6F5B4311B7C}"/>
          </ac:spMkLst>
        </pc:spChg>
        <pc:spChg chg="mod">
          <ac:chgData name="MERCIER, Laure" userId="235678b4-2f7c-447d-8e75-152ed402db66" providerId="ADAL" clId="{A770C589-EC36-4D50-9D08-8269EB5E3A76}" dt="2026-02-24T13:46:20.682" v="3964" actId="1076"/>
          <ac:spMkLst>
            <pc:docMk/>
            <pc:sldMk cId="0" sldId="2147483585"/>
            <ac:spMk id="6" creationId="{7418E495-D0F4-179B-5D44-5949072339C7}"/>
          </ac:spMkLst>
        </pc:spChg>
        <pc:spChg chg="mod">
          <ac:chgData name="MERCIER, Laure" userId="235678b4-2f7c-447d-8e75-152ed402db66" providerId="ADAL" clId="{A770C589-EC36-4D50-9D08-8269EB5E3A76}" dt="2026-02-24T13:46:20.682" v="3964" actId="1076"/>
          <ac:spMkLst>
            <pc:docMk/>
            <pc:sldMk cId="0" sldId="2147483585"/>
            <ac:spMk id="7" creationId="{C1C94C53-2295-5A9E-5C10-4AC37734CC0F}"/>
          </ac:spMkLst>
        </pc:spChg>
        <pc:spChg chg="mod">
          <ac:chgData name="MERCIER, Laure" userId="235678b4-2f7c-447d-8e75-152ed402db66" providerId="ADAL" clId="{A770C589-EC36-4D50-9D08-8269EB5E3A76}" dt="2026-02-18T13:59:01.423" v="885" actId="1036"/>
          <ac:spMkLst>
            <pc:docMk/>
            <pc:sldMk cId="0" sldId="2147483585"/>
            <ac:spMk id="10" creationId="{668FAF0B-23AA-0AD5-B8B0-4BC420748DD9}"/>
          </ac:spMkLst>
        </pc:spChg>
        <pc:spChg chg="add mod">
          <ac:chgData name="MERCIER, Laure" userId="235678b4-2f7c-447d-8e75-152ed402db66" providerId="ADAL" clId="{A770C589-EC36-4D50-9D08-8269EB5E3A76}" dt="2026-02-19T15:11:54.673" v="3810"/>
          <ac:spMkLst>
            <pc:docMk/>
            <pc:sldMk cId="0" sldId="2147483585"/>
            <ac:spMk id="15" creationId="{17B2F62D-46A6-9623-D884-77851402C289}"/>
          </ac:spMkLst>
        </pc:spChg>
        <pc:spChg chg="add mod">
          <ac:chgData name="MERCIER, Laure" userId="235678b4-2f7c-447d-8e75-152ed402db66" providerId="ADAL" clId="{A770C589-EC36-4D50-9D08-8269EB5E3A76}" dt="2026-02-24T13:46:26.283" v="3965" actId="1076"/>
          <ac:spMkLst>
            <pc:docMk/>
            <pc:sldMk cId="0" sldId="2147483585"/>
            <ac:spMk id="16" creationId="{724500FF-8F49-4897-9619-EB971CAB647F}"/>
          </ac:spMkLst>
        </pc:spChg>
        <pc:spChg chg="mod">
          <ac:chgData name="MERCIER, Laure" userId="235678b4-2f7c-447d-8e75-152ed402db66" providerId="ADAL" clId="{A770C589-EC36-4D50-9D08-8269EB5E3A76}" dt="2026-02-18T13:58:53.851" v="882" actId="1036"/>
          <ac:spMkLst>
            <pc:docMk/>
            <pc:sldMk cId="0" sldId="2147483585"/>
            <ac:spMk id="18" creationId="{A6C3BDFB-B08A-40A2-FD85-DD7C3956D0F6}"/>
          </ac:spMkLst>
        </pc:spChg>
        <pc:spChg chg="mod">
          <ac:chgData name="MERCIER, Laure" userId="235678b4-2f7c-447d-8e75-152ed402db66" providerId="ADAL" clId="{A770C589-EC36-4D50-9D08-8269EB5E3A76}" dt="2026-02-24T13:34:11.322" v="3933" actId="20577"/>
          <ac:spMkLst>
            <pc:docMk/>
            <pc:sldMk cId="0" sldId="2147483585"/>
            <ac:spMk id="19" creationId="{BA6E0CC5-5AB3-47C9-E61D-C899B70D4EDD}"/>
          </ac:spMkLst>
        </pc:spChg>
        <pc:spChg chg="mod">
          <ac:chgData name="MERCIER, Laure" userId="235678b4-2f7c-447d-8e75-152ed402db66" providerId="ADAL" clId="{A770C589-EC36-4D50-9D08-8269EB5E3A76}" dt="2026-02-24T13:49:55.185" v="4050" actId="5793"/>
          <ac:spMkLst>
            <pc:docMk/>
            <pc:sldMk cId="0" sldId="2147483585"/>
            <ac:spMk id="20" creationId="{A49EB31A-4415-1481-A9F5-CF407364B812}"/>
          </ac:spMkLst>
        </pc:spChg>
        <pc:spChg chg="mod">
          <ac:chgData name="MERCIER, Laure" userId="235678b4-2f7c-447d-8e75-152ed402db66" providerId="ADAL" clId="{A770C589-EC36-4D50-9D08-8269EB5E3A76}" dt="2026-03-04T15:10:35.417" v="4510" actId="207"/>
          <ac:spMkLst>
            <pc:docMk/>
            <pc:sldMk cId="0" sldId="2147483585"/>
            <ac:spMk id="21" creationId="{C93543A8-E9EA-89E8-E009-05E7128770B1}"/>
          </ac:spMkLst>
        </pc:spChg>
        <pc:spChg chg="mod">
          <ac:chgData name="MERCIER, Laure" userId="235678b4-2f7c-447d-8e75-152ed402db66" providerId="ADAL" clId="{A770C589-EC36-4D50-9D08-8269EB5E3A76}" dt="2026-02-24T13:49:36.443" v="4024" actId="1038"/>
          <ac:spMkLst>
            <pc:docMk/>
            <pc:sldMk cId="0" sldId="2147483585"/>
            <ac:spMk id="22" creationId="{7CA50856-6D14-BB52-CB98-0260F01A5622}"/>
          </ac:spMkLst>
        </pc:spChg>
        <pc:spChg chg="mod">
          <ac:chgData name="MERCIER, Laure" userId="235678b4-2f7c-447d-8e75-152ed402db66" providerId="ADAL" clId="{A770C589-EC36-4D50-9D08-8269EB5E3A76}" dt="2026-02-18T13:55:00.265" v="826" actId="2711"/>
          <ac:spMkLst>
            <pc:docMk/>
            <pc:sldMk cId="0" sldId="2147483585"/>
            <ac:spMk id="23" creationId="{6FFEF6AC-019E-BCB1-D0F6-CD323B2B1D66}"/>
          </ac:spMkLst>
        </pc:spChg>
        <pc:spChg chg="mod">
          <ac:chgData name="MERCIER, Laure" userId="235678b4-2f7c-447d-8e75-152ed402db66" providerId="ADAL" clId="{A770C589-EC36-4D50-9D08-8269EB5E3A76}" dt="2026-02-18T14:03:36.079" v="1030" actId="14100"/>
          <ac:spMkLst>
            <pc:docMk/>
            <pc:sldMk cId="0" sldId="2147483585"/>
            <ac:spMk id="24" creationId="{37F55AA5-2CDC-1ED4-FBE3-CF0213FB2B5C}"/>
          </ac:spMkLst>
        </pc:spChg>
        <pc:spChg chg="mod">
          <ac:chgData name="MERCIER, Laure" userId="235678b4-2f7c-447d-8e75-152ed402db66" providerId="ADAL" clId="{A770C589-EC36-4D50-9D08-8269EB5E3A76}" dt="2026-02-18T14:03:40.612" v="1031" actId="1076"/>
          <ac:spMkLst>
            <pc:docMk/>
            <pc:sldMk cId="0" sldId="2147483585"/>
            <ac:spMk id="25" creationId="{2BA1FFD2-428D-5679-2C85-B81CBEA711CF}"/>
          </ac:spMkLst>
        </pc:spChg>
        <pc:spChg chg="mod">
          <ac:chgData name="MERCIER, Laure" userId="235678b4-2f7c-447d-8e75-152ed402db66" providerId="ADAL" clId="{A770C589-EC36-4D50-9D08-8269EB5E3A76}" dt="2026-02-18T14:03:46.033" v="1032" actId="14100"/>
          <ac:spMkLst>
            <pc:docMk/>
            <pc:sldMk cId="0" sldId="2147483585"/>
            <ac:spMk id="26" creationId="{9B0D15EB-35E4-32B5-1ADF-D30906F006D4}"/>
          </ac:spMkLst>
        </pc:spChg>
        <pc:spChg chg="mod">
          <ac:chgData name="MERCIER, Laure" userId="235678b4-2f7c-447d-8e75-152ed402db66" providerId="ADAL" clId="{A770C589-EC36-4D50-9D08-8269EB5E3A76}" dt="2026-02-18T14:03:48.401" v="1033" actId="1076"/>
          <ac:spMkLst>
            <pc:docMk/>
            <pc:sldMk cId="0" sldId="2147483585"/>
            <ac:spMk id="27" creationId="{5E44A20F-CFB4-5C99-2B8A-C0695B87219C}"/>
          </ac:spMkLst>
        </pc:spChg>
        <pc:spChg chg="add mod">
          <ac:chgData name="MERCIER, Laure" userId="235678b4-2f7c-447d-8e75-152ed402db66" providerId="ADAL" clId="{A770C589-EC36-4D50-9D08-8269EB5E3A76}" dt="2026-02-24T13:58:03.943" v="4148" actId="14100"/>
          <ac:spMkLst>
            <pc:docMk/>
            <pc:sldMk cId="0" sldId="2147483585"/>
            <ac:spMk id="28" creationId="{0F61EAF1-67AE-AB8F-C359-889F7C974C75}"/>
          </ac:spMkLst>
        </pc:spChg>
        <pc:spChg chg="mod">
          <ac:chgData name="MERCIER, Laure" userId="235678b4-2f7c-447d-8e75-152ed402db66" providerId="ADAL" clId="{A770C589-EC36-4D50-9D08-8269EB5E3A76}" dt="2026-03-04T09:34:31.899" v="4509" actId="207"/>
          <ac:spMkLst>
            <pc:docMk/>
            <pc:sldMk cId="0" sldId="2147483585"/>
            <ac:spMk id="29" creationId="{811BE417-6D26-7686-17D5-92F2CC807C8B}"/>
          </ac:spMkLst>
        </pc:spChg>
        <pc:spChg chg="mod">
          <ac:chgData name="MERCIER, Laure" userId="235678b4-2f7c-447d-8e75-152ed402db66" providerId="ADAL" clId="{A770C589-EC36-4D50-9D08-8269EB5E3A76}" dt="2026-02-18T13:58:53.851" v="882" actId="1036"/>
          <ac:spMkLst>
            <pc:docMk/>
            <pc:sldMk cId="0" sldId="2147483585"/>
            <ac:spMk id="33" creationId="{91FF57C1-AE3B-1DAA-CD84-905084338848}"/>
          </ac:spMkLst>
        </pc:spChg>
        <pc:spChg chg="add mod">
          <ac:chgData name="MERCIER, Laure" userId="235678b4-2f7c-447d-8e75-152ed402db66" providerId="ADAL" clId="{A770C589-EC36-4D50-9D08-8269EB5E3A76}" dt="2026-02-24T07:12:00.710" v="3850" actId="20577"/>
          <ac:spMkLst>
            <pc:docMk/>
            <pc:sldMk cId="0" sldId="2147483585"/>
            <ac:spMk id="35" creationId="{91CD9D31-EFDB-5CCF-A792-04CEBCB21B4D}"/>
          </ac:spMkLst>
        </pc:spChg>
        <pc:spChg chg="add mod">
          <ac:chgData name="MERCIER, Laure" userId="235678b4-2f7c-447d-8e75-152ed402db66" providerId="ADAL" clId="{A770C589-EC36-4D50-9D08-8269EB5E3A76}" dt="2026-02-18T14:04:00.056" v="1037" actId="1036"/>
          <ac:spMkLst>
            <pc:docMk/>
            <pc:sldMk cId="0" sldId="2147483585"/>
            <ac:spMk id="36" creationId="{B3DEB770-1003-3BF4-899B-FFEBC904C66B}"/>
          </ac:spMkLst>
        </pc:spChg>
        <pc:spChg chg="add mod">
          <ac:chgData name="MERCIER, Laure" userId="235678b4-2f7c-447d-8e75-152ed402db66" providerId="ADAL" clId="{A770C589-EC36-4D50-9D08-8269EB5E3A76}" dt="2026-02-24T13:31:10.519" v="3932" actId="1037"/>
          <ac:spMkLst>
            <pc:docMk/>
            <pc:sldMk cId="0" sldId="2147483585"/>
            <ac:spMk id="38" creationId="{741048B3-3AEB-68A1-068A-EA96B5172C84}"/>
          </ac:spMkLst>
        </pc:spChg>
        <pc:spChg chg="add mod">
          <ac:chgData name="MERCIER, Laure" userId="235678b4-2f7c-447d-8e75-152ed402db66" providerId="ADAL" clId="{A770C589-EC36-4D50-9D08-8269EB5E3A76}" dt="2026-02-18T13:58:53.851" v="882" actId="1036"/>
          <ac:spMkLst>
            <pc:docMk/>
            <pc:sldMk cId="0" sldId="2147483585"/>
            <ac:spMk id="39" creationId="{54C3F231-D799-D7CE-032E-4C2DBAA67050}"/>
          </ac:spMkLst>
        </pc:spChg>
        <pc:spChg chg="mod">
          <ac:chgData name="MERCIER, Laure" userId="235678b4-2f7c-447d-8e75-152ed402db66" providerId="ADAL" clId="{A770C589-EC36-4D50-9D08-8269EB5E3A76}" dt="2026-02-18T08:14:07.128" v="685" actId="120"/>
          <ac:spMkLst>
            <pc:docMk/>
            <pc:sldMk cId="0" sldId="2147483585"/>
            <ac:spMk id="2542997" creationId="{00000000-0000-0000-0000-000000000000}"/>
          </ac:spMkLst>
        </pc:spChg>
        <pc:spChg chg="mod">
          <ac:chgData name="MERCIER, Laure" userId="235678b4-2f7c-447d-8e75-152ed402db66" providerId="ADAL" clId="{A770C589-EC36-4D50-9D08-8269EB5E3A76}" dt="2026-02-17T16:45:49.057" v="637" actId="14100"/>
          <ac:spMkLst>
            <pc:docMk/>
            <pc:sldMk cId="0" sldId="2147483585"/>
            <ac:spMk id="127458918" creationId="{00000000-0000-0000-0000-000000000000}"/>
          </ac:spMkLst>
        </pc:spChg>
        <pc:spChg chg="mod">
          <ac:chgData name="MERCIER, Laure" userId="235678b4-2f7c-447d-8e75-152ed402db66" providerId="ADAL" clId="{A770C589-EC36-4D50-9D08-8269EB5E3A76}" dt="2026-02-18T13:57:45.309" v="863" actId="2085"/>
          <ac:spMkLst>
            <pc:docMk/>
            <pc:sldMk cId="0" sldId="2147483585"/>
            <ac:spMk id="426543137" creationId="{00000000-0000-0000-0000-000000000000}"/>
          </ac:spMkLst>
        </pc:spChg>
        <pc:spChg chg="mod">
          <ac:chgData name="MERCIER, Laure" userId="235678b4-2f7c-447d-8e75-152ed402db66" providerId="ADAL" clId="{A770C589-EC36-4D50-9D08-8269EB5E3A76}" dt="2026-02-18T13:59:01.423" v="885" actId="1036"/>
          <ac:spMkLst>
            <pc:docMk/>
            <pc:sldMk cId="0" sldId="2147483585"/>
            <ac:spMk id="436536553" creationId="{00000000-0000-0000-0000-000000000000}"/>
          </ac:spMkLst>
        </pc:spChg>
        <pc:spChg chg="mod">
          <ac:chgData name="MERCIER, Laure" userId="235678b4-2f7c-447d-8e75-152ed402db66" providerId="ADAL" clId="{A770C589-EC36-4D50-9D08-8269EB5E3A76}" dt="2026-02-18T13:51:54.086" v="781" actId="1038"/>
          <ac:spMkLst>
            <pc:docMk/>
            <pc:sldMk cId="0" sldId="2147483585"/>
            <ac:spMk id="880645050" creationId="{00000000-0000-0000-0000-000000000000}"/>
          </ac:spMkLst>
        </pc:spChg>
        <pc:spChg chg="mod">
          <ac:chgData name="MERCIER, Laure" userId="235678b4-2f7c-447d-8e75-152ed402db66" providerId="ADAL" clId="{A770C589-EC36-4D50-9D08-8269EB5E3A76}" dt="2026-02-18T13:57:42.102" v="862" actId="2085"/>
          <ac:spMkLst>
            <pc:docMk/>
            <pc:sldMk cId="0" sldId="2147483585"/>
            <ac:spMk id="1057602977" creationId="{00000000-0000-0000-0000-000000000000}"/>
          </ac:spMkLst>
        </pc:spChg>
        <pc:spChg chg="mod">
          <ac:chgData name="MERCIER, Laure" userId="235678b4-2f7c-447d-8e75-152ed402db66" providerId="ADAL" clId="{A770C589-EC36-4D50-9D08-8269EB5E3A76}" dt="2026-02-18T08:13:53.955" v="683" actId="108"/>
          <ac:spMkLst>
            <pc:docMk/>
            <pc:sldMk cId="0" sldId="2147483585"/>
            <ac:spMk id="1297117266" creationId="{00000000-0000-0000-0000-000000000000}"/>
          </ac:spMkLst>
        </pc:spChg>
        <pc:spChg chg="mod">
          <ac:chgData name="MERCIER, Laure" userId="235678b4-2f7c-447d-8e75-152ed402db66" providerId="ADAL" clId="{A770C589-EC36-4D50-9D08-8269EB5E3A76}" dt="2026-02-18T13:57:58.626" v="864" actId="2085"/>
          <ac:spMkLst>
            <pc:docMk/>
            <pc:sldMk cId="0" sldId="2147483585"/>
            <ac:spMk id="1317083744" creationId="{00000000-0000-0000-0000-000000000000}"/>
          </ac:spMkLst>
        </pc:spChg>
        <pc:spChg chg="mod">
          <ac:chgData name="MERCIER, Laure" userId="235678b4-2f7c-447d-8e75-152ed402db66" providerId="ADAL" clId="{A770C589-EC36-4D50-9D08-8269EB5E3A76}" dt="2026-02-18T14:04:13.989" v="1040" actId="20577"/>
          <ac:spMkLst>
            <pc:docMk/>
            <pc:sldMk cId="0" sldId="2147483585"/>
            <ac:spMk id="1420282838" creationId="{00000000-0000-0000-0000-000000000000}"/>
          </ac:spMkLst>
        </pc:spChg>
        <pc:spChg chg="mod">
          <ac:chgData name="MERCIER, Laure" userId="235678b4-2f7c-447d-8e75-152ed402db66" providerId="ADAL" clId="{A770C589-EC36-4D50-9D08-8269EB5E3A76}" dt="2026-02-18T13:59:20.307" v="888" actId="14100"/>
          <ac:spMkLst>
            <pc:docMk/>
            <pc:sldMk cId="0" sldId="2147483585"/>
            <ac:spMk id="1475075346" creationId="{00000000-0000-0000-0000-000000000000}"/>
          </ac:spMkLst>
        </pc:spChg>
        <pc:spChg chg="mod">
          <ac:chgData name="MERCIER, Laure" userId="235678b4-2f7c-447d-8e75-152ed402db66" providerId="ADAL" clId="{A770C589-EC36-4D50-9D08-8269EB5E3A76}" dt="2026-02-18T13:59:05.677" v="887" actId="1036"/>
          <ac:spMkLst>
            <pc:docMk/>
            <pc:sldMk cId="0" sldId="2147483585"/>
            <ac:spMk id="1496987927" creationId="{00000000-0000-0000-0000-000000000000}"/>
          </ac:spMkLst>
        </pc:spChg>
        <pc:spChg chg="mod">
          <ac:chgData name="MERCIER, Laure" userId="235678b4-2f7c-447d-8e75-152ed402db66" providerId="ADAL" clId="{A770C589-EC36-4D50-9D08-8269EB5E3A76}" dt="2026-02-18T13:59:05.677" v="887" actId="1036"/>
          <ac:spMkLst>
            <pc:docMk/>
            <pc:sldMk cId="0" sldId="2147483585"/>
            <ac:spMk id="1508021465" creationId="{00000000-0000-0000-0000-000000000000}"/>
          </ac:spMkLst>
        </pc:spChg>
        <pc:spChg chg="mod">
          <ac:chgData name="MERCIER, Laure" userId="235678b4-2f7c-447d-8e75-152ed402db66" providerId="ADAL" clId="{A770C589-EC36-4D50-9D08-8269EB5E3A76}" dt="2026-02-18T08:14:07.128" v="685" actId="120"/>
          <ac:spMkLst>
            <pc:docMk/>
            <pc:sldMk cId="0" sldId="2147483585"/>
            <ac:spMk id="1543919600" creationId="{00000000-0000-0000-0000-000000000000}"/>
          </ac:spMkLst>
        </pc:spChg>
        <pc:spChg chg="mod">
          <ac:chgData name="MERCIER, Laure" userId="235678b4-2f7c-447d-8e75-152ed402db66" providerId="ADAL" clId="{A770C589-EC36-4D50-9D08-8269EB5E3A76}" dt="2026-02-19T15:19:46.886" v="3839" actId="14100"/>
          <ac:spMkLst>
            <pc:docMk/>
            <pc:sldMk cId="0" sldId="2147483585"/>
            <ac:spMk id="1564782988" creationId="{00000000-0000-0000-0000-000000000000}"/>
          </ac:spMkLst>
        </pc:spChg>
        <pc:spChg chg="mod">
          <ac:chgData name="MERCIER, Laure" userId="235678b4-2f7c-447d-8e75-152ed402db66" providerId="ADAL" clId="{A770C589-EC36-4D50-9D08-8269EB5E3A76}" dt="2026-02-18T13:59:05.677" v="887" actId="1036"/>
          <ac:spMkLst>
            <pc:docMk/>
            <pc:sldMk cId="0" sldId="2147483585"/>
            <ac:spMk id="1566191542" creationId="{00000000-0000-0000-0000-000000000000}"/>
          </ac:spMkLst>
        </pc:spChg>
        <pc:spChg chg="mod">
          <ac:chgData name="MERCIER, Laure" userId="235678b4-2f7c-447d-8e75-152ed402db66" providerId="ADAL" clId="{A770C589-EC36-4D50-9D08-8269EB5E3A76}" dt="2026-02-18T13:59:05.677" v="887" actId="1036"/>
          <ac:spMkLst>
            <pc:docMk/>
            <pc:sldMk cId="0" sldId="2147483585"/>
            <ac:spMk id="1647844072" creationId="{00000000-0000-0000-0000-000000000000}"/>
          </ac:spMkLst>
        </pc:spChg>
        <pc:spChg chg="mod">
          <ac:chgData name="MERCIER, Laure" userId="235678b4-2f7c-447d-8e75-152ed402db66" providerId="ADAL" clId="{A770C589-EC36-4D50-9D08-8269EB5E3A76}" dt="2026-02-17T16:47:43.112" v="659" actId="14100"/>
          <ac:spMkLst>
            <pc:docMk/>
            <pc:sldMk cId="0" sldId="2147483585"/>
            <ac:spMk id="1766680758" creationId="{00000000-0000-0000-0000-000000000000}"/>
          </ac:spMkLst>
        </pc:spChg>
        <pc:spChg chg="mod">
          <ac:chgData name="MERCIER, Laure" userId="235678b4-2f7c-447d-8e75-152ed402db66" providerId="ADAL" clId="{A770C589-EC36-4D50-9D08-8269EB5E3A76}" dt="2026-02-18T15:05:04.004" v="2480" actId="1038"/>
          <ac:spMkLst>
            <pc:docMk/>
            <pc:sldMk cId="0" sldId="2147483585"/>
            <ac:spMk id="1792880457" creationId="{00000000-0000-0000-0000-000000000000}"/>
          </ac:spMkLst>
        </pc:spChg>
        <pc:spChg chg="mod">
          <ac:chgData name="MERCIER, Laure" userId="235678b4-2f7c-447d-8e75-152ed402db66" providerId="ADAL" clId="{A770C589-EC36-4D50-9D08-8269EB5E3A76}" dt="2026-02-18T13:57:58.626" v="864" actId="2085"/>
          <ac:spMkLst>
            <pc:docMk/>
            <pc:sldMk cId="0" sldId="2147483585"/>
            <ac:spMk id="1799390486" creationId="{00000000-0000-0000-0000-000000000000}"/>
          </ac:spMkLst>
        </pc:spChg>
        <pc:spChg chg="mod">
          <ac:chgData name="MERCIER, Laure" userId="235678b4-2f7c-447d-8e75-152ed402db66" providerId="ADAL" clId="{A770C589-EC36-4D50-9D08-8269EB5E3A76}" dt="2026-02-18T13:59:01.423" v="885" actId="1036"/>
          <ac:spMkLst>
            <pc:docMk/>
            <pc:sldMk cId="0" sldId="2147483585"/>
            <ac:spMk id="1811421201" creationId="{00000000-0000-0000-0000-000000000000}"/>
          </ac:spMkLst>
        </pc:spChg>
        <pc:spChg chg="mod">
          <ac:chgData name="MERCIER, Laure" userId="235678b4-2f7c-447d-8e75-152ed402db66" providerId="ADAL" clId="{A770C589-EC36-4D50-9D08-8269EB5E3A76}" dt="2026-02-18T13:59:05.677" v="887" actId="1036"/>
          <ac:spMkLst>
            <pc:docMk/>
            <pc:sldMk cId="0" sldId="2147483585"/>
            <ac:spMk id="1845195714" creationId="{00000000-0000-0000-0000-000000000000}"/>
          </ac:spMkLst>
        </pc:spChg>
        <pc:spChg chg="mod">
          <ac:chgData name="MERCIER, Laure" userId="235678b4-2f7c-447d-8e75-152ed402db66" providerId="ADAL" clId="{A770C589-EC36-4D50-9D08-8269EB5E3A76}" dt="2026-02-18T08:14:07.128" v="685" actId="120"/>
          <ac:spMkLst>
            <pc:docMk/>
            <pc:sldMk cId="0" sldId="2147483585"/>
            <ac:spMk id="1893740560" creationId="{00000000-0000-0000-0000-000000000000}"/>
          </ac:spMkLst>
        </pc:spChg>
        <pc:spChg chg="mod">
          <ac:chgData name="MERCIER, Laure" userId="235678b4-2f7c-447d-8e75-152ed402db66" providerId="ADAL" clId="{A770C589-EC36-4D50-9D08-8269EB5E3A76}" dt="2026-02-18T13:59:05.677" v="887" actId="1036"/>
          <ac:spMkLst>
            <pc:docMk/>
            <pc:sldMk cId="0" sldId="2147483585"/>
            <ac:spMk id="1911671108" creationId="{00000000-0000-0000-0000-000000000000}"/>
          </ac:spMkLst>
        </pc:spChg>
        <pc:spChg chg="mod">
          <ac:chgData name="MERCIER, Laure" userId="235678b4-2f7c-447d-8e75-152ed402db66" providerId="ADAL" clId="{A770C589-EC36-4D50-9D08-8269EB5E3A76}" dt="2026-02-18T14:04:17.066" v="1043" actId="20577"/>
          <ac:spMkLst>
            <pc:docMk/>
            <pc:sldMk cId="0" sldId="2147483585"/>
            <ac:spMk id="1975994093" creationId="{00000000-0000-0000-0000-000000000000}"/>
          </ac:spMkLst>
        </pc:spChg>
        <pc:spChg chg="mod">
          <ac:chgData name="MERCIER, Laure" userId="235678b4-2f7c-447d-8e75-152ed402db66" providerId="ADAL" clId="{A770C589-EC36-4D50-9D08-8269EB5E3A76}" dt="2026-02-18T15:04:59.095" v="2464" actId="14100"/>
          <ac:spMkLst>
            <pc:docMk/>
            <pc:sldMk cId="0" sldId="2147483585"/>
            <ac:spMk id="2030859328" creationId="{00000000-0000-0000-0000-000000000000}"/>
          </ac:spMkLst>
        </pc:spChg>
        <pc:spChg chg="mod">
          <ac:chgData name="MERCIER, Laure" userId="235678b4-2f7c-447d-8e75-152ed402db66" providerId="ADAL" clId="{A770C589-EC36-4D50-9D08-8269EB5E3A76}" dt="2026-02-18T13:59:01.423" v="885" actId="1036"/>
          <ac:spMkLst>
            <pc:docMk/>
            <pc:sldMk cId="0" sldId="2147483585"/>
            <ac:spMk id="2074733833" creationId="{00000000-0000-0000-0000-000000000000}"/>
          </ac:spMkLst>
        </pc:spChg>
        <pc:spChg chg="mod">
          <ac:chgData name="MERCIER, Laure" userId="235678b4-2f7c-447d-8e75-152ed402db66" providerId="ADAL" clId="{A770C589-EC36-4D50-9D08-8269EB5E3A76}" dt="2026-02-18T13:58:53.851" v="882" actId="1036"/>
          <ac:spMkLst>
            <pc:docMk/>
            <pc:sldMk cId="0" sldId="2147483585"/>
            <ac:spMk id="2104797924" creationId="{00000000-0000-0000-0000-000000000000}"/>
          </ac:spMkLst>
        </pc:spChg>
        <pc:grpChg chg="add mod">
          <ac:chgData name="MERCIER, Laure" userId="235678b4-2f7c-447d-8e75-152ed402db66" providerId="ADAL" clId="{A770C589-EC36-4D50-9D08-8269EB5E3A76}" dt="2026-02-24T13:49:26.518" v="3973" actId="14100"/>
          <ac:grpSpMkLst>
            <pc:docMk/>
            <pc:sldMk cId="0" sldId="2147483585"/>
            <ac:grpSpMk id="13" creationId="{A216D446-1034-8176-F3A5-1284C31C4DC0}"/>
          </ac:grpSpMkLst>
        </pc:grpChg>
        <pc:grpChg chg="add mod">
          <ac:chgData name="MERCIER, Laure" userId="235678b4-2f7c-447d-8e75-152ed402db66" providerId="ADAL" clId="{A770C589-EC36-4D50-9D08-8269EB5E3A76}" dt="2026-02-18T13:58:26.935" v="873" actId="1036"/>
          <ac:grpSpMkLst>
            <pc:docMk/>
            <pc:sldMk cId="0" sldId="2147483585"/>
            <ac:grpSpMk id="14" creationId="{7ADC4618-6A58-BED9-1615-5B726D73D40F}"/>
          </ac:grpSpMkLst>
        </pc:grpChg>
        <pc:grpChg chg="mod">
          <ac:chgData name="MERCIER, Laure" userId="235678b4-2f7c-447d-8e75-152ed402db66" providerId="ADAL" clId="{A770C589-EC36-4D50-9D08-8269EB5E3A76}" dt="2026-02-18T13:59:05.677" v="887" actId="1036"/>
          <ac:grpSpMkLst>
            <pc:docMk/>
            <pc:sldMk cId="0" sldId="2147483585"/>
            <ac:grpSpMk id="118302387" creationId="{00000000-0000-0000-0000-000000000000}"/>
          </ac:grpSpMkLst>
        </pc:grpChg>
        <pc:grpChg chg="mod">
          <ac:chgData name="MERCIER, Laure" userId="235678b4-2f7c-447d-8e75-152ed402db66" providerId="ADAL" clId="{A770C589-EC36-4D50-9D08-8269EB5E3A76}" dt="2026-02-18T13:58:43.868" v="878" actId="1036"/>
          <ac:grpSpMkLst>
            <pc:docMk/>
            <pc:sldMk cId="0" sldId="2147483585"/>
            <ac:grpSpMk id="298868120" creationId="{00000000-0000-0000-0000-000000000000}"/>
          </ac:grpSpMkLst>
        </pc:grpChg>
        <pc:grpChg chg="mod">
          <ac:chgData name="MERCIER, Laure" userId="235678b4-2f7c-447d-8e75-152ed402db66" providerId="ADAL" clId="{A770C589-EC36-4D50-9D08-8269EB5E3A76}" dt="2026-02-18T13:59:01.423" v="885" actId="1036"/>
          <ac:grpSpMkLst>
            <pc:docMk/>
            <pc:sldMk cId="0" sldId="2147483585"/>
            <ac:grpSpMk id="324542996" creationId="{00000000-0000-0000-0000-000000000000}"/>
          </ac:grpSpMkLst>
        </pc:grpChg>
        <pc:grpChg chg="mod">
          <ac:chgData name="MERCIER, Laure" userId="235678b4-2f7c-447d-8e75-152ed402db66" providerId="ADAL" clId="{A770C589-EC36-4D50-9D08-8269EB5E3A76}" dt="2026-02-18T13:59:01.423" v="885" actId="1036"/>
          <ac:grpSpMkLst>
            <pc:docMk/>
            <pc:sldMk cId="0" sldId="2147483585"/>
            <ac:grpSpMk id="623588257" creationId="{00000000-0000-0000-0000-000000000000}"/>
          </ac:grpSpMkLst>
        </pc:grpChg>
        <pc:grpChg chg="mod">
          <ac:chgData name="MERCIER, Laure" userId="235678b4-2f7c-447d-8e75-152ed402db66" providerId="ADAL" clId="{A770C589-EC36-4D50-9D08-8269EB5E3A76}" dt="2026-02-18T13:59:05.677" v="887" actId="1036"/>
          <ac:grpSpMkLst>
            <pc:docMk/>
            <pc:sldMk cId="0" sldId="2147483585"/>
            <ac:grpSpMk id="976147005" creationId="{00000000-0000-0000-0000-000000000000}"/>
          </ac:grpSpMkLst>
        </pc:grpChg>
        <pc:grpChg chg="mod">
          <ac:chgData name="MERCIER, Laure" userId="235678b4-2f7c-447d-8e75-152ed402db66" providerId="ADAL" clId="{A770C589-EC36-4D50-9D08-8269EB5E3A76}" dt="2026-02-17T16:43:49.600" v="593" actId="1037"/>
          <ac:grpSpMkLst>
            <pc:docMk/>
            <pc:sldMk cId="0" sldId="2147483585"/>
            <ac:grpSpMk id="1201157007" creationId="{00000000-0000-0000-0000-000000000000}"/>
          </ac:grpSpMkLst>
        </pc:grpChg>
        <pc:grpChg chg="mod">
          <ac:chgData name="MERCIER, Laure" userId="235678b4-2f7c-447d-8e75-152ed402db66" providerId="ADAL" clId="{A770C589-EC36-4D50-9D08-8269EB5E3A76}" dt="2026-02-18T13:59:05.677" v="887" actId="1036"/>
          <ac:grpSpMkLst>
            <pc:docMk/>
            <pc:sldMk cId="0" sldId="2147483585"/>
            <ac:grpSpMk id="1542907475" creationId="{00000000-0000-0000-0000-000000000000}"/>
          </ac:grpSpMkLst>
        </pc:grpChg>
        <pc:graphicFrameChg chg="mod modGraphic">
          <ac:chgData name="MERCIER, Laure" userId="235678b4-2f7c-447d-8e75-152ed402db66" providerId="ADAL" clId="{A770C589-EC36-4D50-9D08-8269EB5E3A76}" dt="2026-02-18T13:49:10.973" v="728" actId="6549"/>
          <ac:graphicFrameMkLst>
            <pc:docMk/>
            <pc:sldMk cId="0" sldId="2147483585"/>
            <ac:graphicFrameMk id="1836894825" creationId="{00000000-0000-0000-0000-000000000000}"/>
          </ac:graphicFrameMkLst>
        </pc:graphicFrameChg>
      </pc:sldChg>
      <pc:sldChg chg="addSp delSp modSp mod">
        <pc:chgData name="MERCIER, Laure" userId="235678b4-2f7c-447d-8e75-152ed402db66" providerId="ADAL" clId="{A770C589-EC36-4D50-9D08-8269EB5E3A76}" dt="2026-02-24T09:08:52.480" v="3857"/>
        <pc:sldMkLst>
          <pc:docMk/>
          <pc:sldMk cId="213144375" sldId="2147483586"/>
        </pc:sldMkLst>
        <pc:spChg chg="add mod">
          <ac:chgData name="MERCIER, Laure" userId="235678b4-2f7c-447d-8e75-152ed402db66" providerId="ADAL" clId="{A770C589-EC36-4D50-9D08-8269EB5E3A76}" dt="2026-02-19T14:51:23.939" v="3426" actId="14100"/>
          <ac:spMkLst>
            <pc:docMk/>
            <pc:sldMk cId="213144375" sldId="2147483586"/>
            <ac:spMk id="2" creationId="{135B944C-3CD1-B988-B83A-F32C67D5ACEF}"/>
          </ac:spMkLst>
        </pc:spChg>
        <pc:spChg chg="add mod">
          <ac:chgData name="MERCIER, Laure" userId="235678b4-2f7c-447d-8e75-152ed402db66" providerId="ADAL" clId="{A770C589-EC36-4D50-9D08-8269EB5E3A76}" dt="2026-02-19T14:51:30.674" v="3472" actId="1038"/>
          <ac:spMkLst>
            <pc:docMk/>
            <pc:sldMk cId="213144375" sldId="2147483586"/>
            <ac:spMk id="3" creationId="{EFC4523D-0E9A-2BE1-4AB8-FDB58F2B42AA}"/>
          </ac:spMkLst>
        </pc:spChg>
        <pc:spChg chg="add mod">
          <ac:chgData name="MERCIER, Laure" userId="235678b4-2f7c-447d-8e75-152ed402db66" providerId="ADAL" clId="{A770C589-EC36-4D50-9D08-8269EB5E3A76}" dt="2026-02-19T15:11:23.207" v="3807" actId="20577"/>
          <ac:spMkLst>
            <pc:docMk/>
            <pc:sldMk cId="213144375" sldId="2147483586"/>
            <ac:spMk id="5" creationId="{FAF65BE2-ACB1-B3AC-5990-550DEEB86BEF}"/>
          </ac:spMkLst>
        </pc:spChg>
        <pc:spChg chg="add mod">
          <ac:chgData name="MERCIER, Laure" userId="235678b4-2f7c-447d-8e75-152ed402db66" providerId="ADAL" clId="{A770C589-EC36-4D50-9D08-8269EB5E3A76}" dt="2026-02-19T15:11:29.252" v="3808" actId="1076"/>
          <ac:spMkLst>
            <pc:docMk/>
            <pc:sldMk cId="213144375" sldId="2147483586"/>
            <ac:spMk id="6" creationId="{FEE462A6-BC06-70D8-53B2-EB7A8D756782}"/>
          </ac:spMkLst>
        </pc:spChg>
        <pc:spChg chg="add mod">
          <ac:chgData name="MERCIER, Laure" userId="235678b4-2f7c-447d-8e75-152ed402db66" providerId="ADAL" clId="{A770C589-EC36-4D50-9D08-8269EB5E3A76}" dt="2026-02-19T15:11:01.892" v="3789" actId="1076"/>
          <ac:spMkLst>
            <pc:docMk/>
            <pc:sldMk cId="213144375" sldId="2147483586"/>
            <ac:spMk id="7" creationId="{4B9F7518-AF4C-BDD9-CC6C-4D6CD6F2644D}"/>
          </ac:spMkLst>
        </pc:spChg>
        <pc:spChg chg="add mod">
          <ac:chgData name="MERCIER, Laure" userId="235678b4-2f7c-447d-8e75-152ed402db66" providerId="ADAL" clId="{A770C589-EC36-4D50-9D08-8269EB5E3A76}" dt="2026-02-24T09:07:45.032" v="3851"/>
          <ac:spMkLst>
            <pc:docMk/>
            <pc:sldMk cId="213144375" sldId="2147483586"/>
            <ac:spMk id="8" creationId="{82CD59DE-C274-976E-8D39-C2A7DFCF7D3E}"/>
          </ac:spMkLst>
        </pc:spChg>
        <pc:spChg chg="mod">
          <ac:chgData name="MERCIER, Laure" userId="235678b4-2f7c-447d-8e75-152ed402db66" providerId="ADAL" clId="{A770C589-EC36-4D50-9D08-8269EB5E3A76}" dt="2026-02-18T13:57:11.478" v="852" actId="108"/>
          <ac:spMkLst>
            <pc:docMk/>
            <pc:sldMk cId="213144375" sldId="2147483586"/>
            <ac:spMk id="127458918" creationId="{79FFE85C-A8AE-C44A-FDAE-ACA6D731E4ED}"/>
          </ac:spMkLst>
        </pc:spChg>
        <pc:spChg chg="mod">
          <ac:chgData name="MERCIER, Laure" userId="235678b4-2f7c-447d-8e75-152ed402db66" providerId="ADAL" clId="{A770C589-EC36-4D50-9D08-8269EB5E3A76}" dt="2026-02-19T14:51:48.982" v="3476" actId="1037"/>
          <ac:spMkLst>
            <pc:docMk/>
            <pc:sldMk cId="213144375" sldId="2147483586"/>
            <ac:spMk id="238267928" creationId="{66B05C98-621C-5A07-F45C-F8FB0F26D6B7}"/>
          </ac:spMkLst>
        </pc:spChg>
        <pc:spChg chg="mod">
          <ac:chgData name="MERCIER, Laure" userId="235678b4-2f7c-447d-8e75-152ed402db66" providerId="ADAL" clId="{A770C589-EC36-4D50-9D08-8269EB5E3A76}" dt="2026-02-18T13:58:10.534" v="867" actId="2085"/>
          <ac:spMkLst>
            <pc:docMk/>
            <pc:sldMk cId="213144375" sldId="2147483586"/>
            <ac:spMk id="448133590" creationId="{32FB9559-967D-7D35-C0B2-D4E1AE846D1D}"/>
          </ac:spMkLst>
        </pc:spChg>
        <pc:spChg chg="mod">
          <ac:chgData name="MERCIER, Laure" userId="235678b4-2f7c-447d-8e75-152ed402db66" providerId="ADAL" clId="{A770C589-EC36-4D50-9D08-8269EB5E3A76}" dt="2026-02-18T15:04:39.821" v="2463" actId="14100"/>
          <ac:spMkLst>
            <pc:docMk/>
            <pc:sldMk cId="213144375" sldId="2147483586"/>
            <ac:spMk id="1345383665" creationId="{9D887CD8-4276-3285-D7A0-ACBEBBC9DC2D}"/>
          </ac:spMkLst>
        </pc:spChg>
        <pc:spChg chg="mod">
          <ac:chgData name="MERCIER, Laure" userId="235678b4-2f7c-447d-8e75-152ed402db66" providerId="ADAL" clId="{A770C589-EC36-4D50-9D08-8269EB5E3A76}" dt="2026-02-18T14:39:15.813" v="1128" actId="1036"/>
          <ac:spMkLst>
            <pc:docMk/>
            <pc:sldMk cId="213144375" sldId="2147483586"/>
            <ac:spMk id="1370667086" creationId="{723CBDAB-4B5E-A6DD-4756-458B2DCE2805}"/>
          </ac:spMkLst>
        </pc:spChg>
        <pc:spChg chg="mod">
          <ac:chgData name="MERCIER, Laure" userId="235678b4-2f7c-447d-8e75-152ed402db66" providerId="ADAL" clId="{A770C589-EC36-4D50-9D08-8269EB5E3A76}" dt="2026-02-18T14:39:10.101" v="1114" actId="1036"/>
          <ac:spMkLst>
            <pc:docMk/>
            <pc:sldMk cId="213144375" sldId="2147483586"/>
            <ac:spMk id="1475075346" creationId="{E4189154-8784-7F48-A272-9E7EC3BE4F0E}"/>
          </ac:spMkLst>
        </pc:spChg>
        <pc:spChg chg="mod">
          <ac:chgData name="MERCIER, Laure" userId="235678b4-2f7c-447d-8e75-152ed402db66" providerId="ADAL" clId="{A770C589-EC36-4D50-9D08-8269EB5E3A76}" dt="2026-02-18T14:39:10.101" v="1114" actId="1036"/>
          <ac:spMkLst>
            <pc:docMk/>
            <pc:sldMk cId="213144375" sldId="2147483586"/>
            <ac:spMk id="1530853016" creationId="{1968F63E-4868-C3F6-DD3F-ABD2A5673568}"/>
          </ac:spMkLst>
        </pc:spChg>
        <pc:grpChg chg="add mod">
          <ac:chgData name="MERCIER, Laure" userId="235678b4-2f7c-447d-8e75-152ed402db66" providerId="ADAL" clId="{A770C589-EC36-4D50-9D08-8269EB5E3A76}" dt="2026-02-19T15:11:37.868" v="3809" actId="1076"/>
          <ac:grpSpMkLst>
            <pc:docMk/>
            <pc:sldMk cId="213144375" sldId="2147483586"/>
            <ac:grpSpMk id="4" creationId="{17AC8EE1-18B8-717F-9A19-E4A5CE1FE792}"/>
          </ac:grpSpMkLst>
        </pc:grpChg>
        <pc:graphicFrameChg chg="add mod">
          <ac:chgData name="MERCIER, Laure" userId="235678b4-2f7c-447d-8e75-152ed402db66" providerId="ADAL" clId="{A770C589-EC36-4D50-9D08-8269EB5E3A76}" dt="2026-02-24T09:08:52.480" v="3857"/>
          <ac:graphicFrameMkLst>
            <pc:docMk/>
            <pc:sldMk cId="213144375" sldId="2147483586"/>
            <ac:graphicFrameMk id="10" creationId="{6863FAF5-9AA9-D818-CA44-91A47C44B55B}"/>
          </ac:graphicFrameMkLst>
        </pc:graphicFrameChg>
      </pc:sldChg>
      <pc:sldChg chg="addSp modSp new mod">
        <pc:chgData name="MERCIER, Laure" userId="235678b4-2f7c-447d-8e75-152ed402db66" providerId="ADAL" clId="{A770C589-EC36-4D50-9D08-8269EB5E3A76}" dt="2026-02-24T17:08:50.170" v="4508" actId="20577"/>
        <pc:sldMkLst>
          <pc:docMk/>
          <pc:sldMk cId="1942499062" sldId="2147483587"/>
        </pc:sldMkLst>
        <pc:spChg chg="mod">
          <ac:chgData name="MERCIER, Laure" userId="235678b4-2f7c-447d-8e75-152ed402db66" providerId="ADAL" clId="{A770C589-EC36-4D50-9D08-8269EB5E3A76}" dt="2026-02-24T17:07:18.590" v="4192" actId="20577"/>
          <ac:spMkLst>
            <pc:docMk/>
            <pc:sldMk cId="1942499062" sldId="2147483587"/>
            <ac:spMk id="2" creationId="{9C711D82-6D7C-6178-0F5F-4665A94DCF2A}"/>
          </ac:spMkLst>
        </pc:spChg>
        <pc:spChg chg="add mod">
          <ac:chgData name="MERCIER, Laure" userId="235678b4-2f7c-447d-8e75-152ed402db66" providerId="ADAL" clId="{A770C589-EC36-4D50-9D08-8269EB5E3A76}" dt="2026-02-24T17:08:50.170" v="4508" actId="20577"/>
          <ac:spMkLst>
            <pc:docMk/>
            <pc:sldMk cId="1942499062" sldId="2147483587"/>
            <ac:spMk id="3" creationId="{A4D67D6A-73B7-FCFC-EB81-2993FB14C4B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5B8C3-4004-4F7F-8207-1DFA6B682EF4}" type="datetimeFigureOut">
              <a:rPr lang="fr-FR" smtClean="0"/>
              <a:t>04/03/2026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4D2D2D-8092-41E5-834A-51A5BE452A9F}" type="slidenum">
              <a:rPr lang="fr-FR" smtClean="0"/>
              <a:t>‹N°›</a:t>
            </a:fld>
            <a:endParaRPr lang="fr-FR"/>
          </a:p>
        </p:txBody>
      </p:sp>
    </p:spTree>
    <p:extLst>
      <p:ext uri="{BB962C8B-B14F-4D97-AF65-F5344CB8AC3E}">
        <p14:creationId xmlns:p14="http://schemas.microsoft.com/office/powerpoint/2010/main" val="2390141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0E31C-124D-86F2-DE30-13CC07B6FD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F577EA3-23EB-7967-6118-3B3BB40CF18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353F22E-5E6D-EFEC-2BFE-D8530D4E53C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1D0A467-3446-1BF5-7207-52E8520BEA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D27EE4-DD1F-4BE2-AECD-496F2BB7AF21}"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4425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91183381" name="Espace réservé de l'image des diapositives 1"/>
          <p:cNvSpPr>
            <a:spLocks noGrp="1" noRot="1" noChangeAspect="1"/>
          </p:cNvSpPr>
          <p:nvPr>
            <p:ph type="sldImg"/>
          </p:nvPr>
        </p:nvSpPr>
        <p:spPr bwMode="auto"/>
        <p:txBody>
          <a:bodyPr/>
          <a:lstStyle/>
          <a:p>
            <a:endParaRPr lang="fr-FR"/>
          </a:p>
        </p:txBody>
      </p:sp>
      <p:sp>
        <p:nvSpPr>
          <p:cNvPr id="329936770" name="Espace réservé des notes 2"/>
          <p:cNvSpPr>
            <a:spLocks noGrp="1"/>
          </p:cNvSpPr>
          <p:nvPr>
            <p:ph type="body" idx="1"/>
          </p:nvPr>
        </p:nvSpPr>
        <p:spPr bwMode="auto"/>
        <p:txBody>
          <a:bodyPr/>
          <a:lstStyle/>
          <a:p>
            <a:pPr>
              <a:defRPr/>
            </a:pPr>
            <a:endParaRPr lang="fr-FR" sz="1200">
              <a:solidFill>
                <a:schemeClr val="tx1"/>
              </a:solidFill>
              <a:latin typeface="Aptos"/>
              <a:ea typeface="Calibri"/>
              <a:cs typeface="Calibri"/>
            </a:endParaRPr>
          </a:p>
        </p:txBody>
      </p:sp>
      <p:sp>
        <p:nvSpPr>
          <p:cNvPr id="1326730112" name="Espace réservé du numéro de diapositive 3"/>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26D37C-608F-4EDE-A350-E62927269FDB}" type="slidenum">
              <a:rPr kumimoji="0" lang="fr-FR" sz="1200" b="0" i="0" u="none" strike="noStrike" kern="0" cap="none" spc="0" normalizeH="0" baseline="0" noProof="0">
                <a:ln>
                  <a:noFill/>
                </a:ln>
                <a:solidFill>
                  <a:prstClr val="black"/>
                </a:solidFill>
                <a:effectLst/>
                <a:uLnTx/>
                <a:uFillTx/>
                <a:latin typeface="Calibri"/>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0" cap="none" spc="0" normalizeH="0" baseline="0" noProof="0">
              <a:ln>
                <a:noFill/>
              </a:ln>
              <a:solidFill>
                <a:prstClr val="black"/>
              </a:solidFill>
              <a:effectLst/>
              <a:uLnTx/>
              <a:uFillTx/>
              <a:latin typeface="Calibri"/>
              <a:ea typeface="+mn-ea"/>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7D8EC-04FC-55E9-EE2A-F916F60E40A5}"/>
            </a:ext>
          </a:extLst>
        </p:cNvPr>
        <p:cNvGrpSpPr/>
        <p:nvPr/>
      </p:nvGrpSpPr>
      <p:grpSpPr bwMode="auto">
        <a:xfrm>
          <a:off x="0" y="0"/>
          <a:ext cx="0" cy="0"/>
          <a:chOff x="0" y="0"/>
          <a:chExt cx="0" cy="0"/>
        </a:xfrm>
      </p:grpSpPr>
      <p:sp>
        <p:nvSpPr>
          <p:cNvPr id="1991183381" name="Espace réservé de l'image des diapositives 1">
            <a:extLst>
              <a:ext uri="{FF2B5EF4-FFF2-40B4-BE49-F238E27FC236}">
                <a16:creationId xmlns:a16="http://schemas.microsoft.com/office/drawing/2014/main" id="{464B0233-CF73-2D17-64FF-490D5970FD64}"/>
              </a:ext>
            </a:extLst>
          </p:cNvPr>
          <p:cNvSpPr>
            <a:spLocks noGrp="1" noRot="1" noChangeAspect="1"/>
          </p:cNvSpPr>
          <p:nvPr>
            <p:ph type="sldImg"/>
          </p:nvPr>
        </p:nvSpPr>
        <p:spPr bwMode="auto"/>
        <p:txBody>
          <a:bodyPr/>
          <a:lstStyle/>
          <a:p>
            <a:endParaRPr lang="fr-FR"/>
          </a:p>
        </p:txBody>
      </p:sp>
      <p:sp>
        <p:nvSpPr>
          <p:cNvPr id="329936770" name="Espace réservé des notes 2">
            <a:extLst>
              <a:ext uri="{FF2B5EF4-FFF2-40B4-BE49-F238E27FC236}">
                <a16:creationId xmlns:a16="http://schemas.microsoft.com/office/drawing/2014/main" id="{76AD24BD-F66B-8397-7EB8-9742932A6BB9}"/>
              </a:ext>
            </a:extLst>
          </p:cNvPr>
          <p:cNvSpPr>
            <a:spLocks noGrp="1"/>
          </p:cNvSpPr>
          <p:nvPr>
            <p:ph type="body" idx="1"/>
          </p:nvPr>
        </p:nvSpPr>
        <p:spPr bwMode="auto"/>
        <p:txBody>
          <a:bodyPr/>
          <a:lstStyle/>
          <a:p>
            <a:pPr>
              <a:defRPr/>
            </a:pPr>
            <a:endParaRPr lang="fr-FR" sz="1200">
              <a:solidFill>
                <a:schemeClr val="tx1"/>
              </a:solidFill>
              <a:latin typeface="Aptos"/>
              <a:ea typeface="Calibri"/>
              <a:cs typeface="Calibri"/>
            </a:endParaRPr>
          </a:p>
        </p:txBody>
      </p:sp>
      <p:sp>
        <p:nvSpPr>
          <p:cNvPr id="1326730112" name="Espace réservé du numéro de diapositive 3">
            <a:extLst>
              <a:ext uri="{FF2B5EF4-FFF2-40B4-BE49-F238E27FC236}">
                <a16:creationId xmlns:a16="http://schemas.microsoft.com/office/drawing/2014/main" id="{7F2B97E8-106C-9207-7C4B-22DD7C910AB5}"/>
              </a:ext>
            </a:extLst>
          </p:cNvPr>
          <p:cNvSpPr>
            <a:spLocks noGrp="1"/>
          </p:cNvSpPr>
          <p:nvPr>
            <p:ph type="sldNum" sz="quarter" idx="5"/>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26D37C-608F-4EDE-A350-E62927269FDB}" type="slidenum">
              <a:rPr kumimoji="0" lang="fr-FR" sz="1200" b="0" i="0" u="none" strike="noStrike" kern="0" cap="none" spc="0" normalizeH="0" baseline="0" noProof="0">
                <a:ln>
                  <a:noFill/>
                </a:ln>
                <a:solidFill>
                  <a:prstClr val="black"/>
                </a:solidFill>
                <a:effectLst/>
                <a:uLnTx/>
                <a:uFillTx/>
                <a:latin typeface="Calibri"/>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0" cap="none" spc="0" normalizeH="0" baseline="0" noProof="0">
              <a:ln>
                <a:noFill/>
              </a:ln>
              <a:solidFill>
                <a:prstClr val="black"/>
              </a:solidFill>
              <a:effectLst/>
              <a:uLnTx/>
              <a:uFillTx/>
              <a:latin typeface="Calibri"/>
              <a:ea typeface="+mn-ea"/>
              <a:cs typeface="Arial"/>
            </a:endParaRPr>
          </a:p>
        </p:txBody>
      </p:sp>
    </p:spTree>
    <p:extLst>
      <p:ext uri="{BB962C8B-B14F-4D97-AF65-F5344CB8AC3E}">
        <p14:creationId xmlns:p14="http://schemas.microsoft.com/office/powerpoint/2010/main" val="2630604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03.xml"/><Relationship Id="rId4"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B77B65-7A84-05ED-F567-9BD0FEEA90D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AE65DE6-21B7-C495-2A54-D40CB7CB26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1B69145-6B0C-B4B8-A0B4-46225BC6BAAB}"/>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E2949AA0-309E-071B-BA11-2A3FEC073F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6EB337-2BD9-92FC-302E-1CD59544311B}"/>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3838400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B4182E-D767-CB14-9592-DCFC79D1DB6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0452423-329D-F348-2ACD-779AC6BABE5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3880D53-8CE4-71E4-879F-56385E189859}"/>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02BCAF1F-2F5F-233E-B109-4833FCEEF0E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C7E53A-D629-A398-049B-3A152B51BF29}"/>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3153044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598A86-D5B3-A2D6-4265-47F0EADCB6F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1DB356E-EFBD-AE1B-DB1A-F84141B471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CF3BEC8-2C1C-45DC-DC36-BC027605C669}"/>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D0280CB1-F347-CCC9-3DDE-ADA38FE167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C65B387-99CE-1E04-A731-3B78EAFAFD21}"/>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4093259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136524-A54B-6A36-97C6-A9ED8F649D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83BD1C5-AF91-E937-78E1-5E35207AA94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8876494-54B9-1891-DAA1-400EA50196F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41FA294-479B-78A6-1E1E-7A4606424ED0}"/>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6" name="Espace réservé du pied de page 5">
            <a:extLst>
              <a:ext uri="{FF2B5EF4-FFF2-40B4-BE49-F238E27FC236}">
                <a16:creationId xmlns:a16="http://schemas.microsoft.com/office/drawing/2014/main" id="{E9C22883-D934-FF56-9C9F-084C4971A0D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B75998A-E888-EA7A-AF2B-DDCE41CF86A7}"/>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4217581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B3F0DB-4414-F280-76B5-49378A54146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4B35DF4-CDEA-DFF9-2380-3B19BA464E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4F33A42-AB94-57D2-B671-DAA9993CC01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0C25DBF-D996-5292-A7F1-2E8E96F46C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AD8BAD-E865-CD11-FC5F-0BA237DD80A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6ADB394-7A84-8A01-5FD5-2E4C4F33775C}"/>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8" name="Espace réservé du pied de page 7">
            <a:extLst>
              <a:ext uri="{FF2B5EF4-FFF2-40B4-BE49-F238E27FC236}">
                <a16:creationId xmlns:a16="http://schemas.microsoft.com/office/drawing/2014/main" id="{D74B8FC2-1E9B-B7AC-77D8-E86938A097C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D09F0C5-F9AB-B115-3AAA-494BE0683870}"/>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1497531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C5EE0F-D640-9D3E-4861-470C115B60D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BE17C20-FC74-21E4-F5C3-A3DAC5BDBE09}"/>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4" name="Espace réservé du pied de page 3">
            <a:extLst>
              <a:ext uri="{FF2B5EF4-FFF2-40B4-BE49-F238E27FC236}">
                <a16:creationId xmlns:a16="http://schemas.microsoft.com/office/drawing/2014/main" id="{BDB23D0F-3D17-5BF2-8EBB-962D80A61DD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BD8036E-12C1-70C3-1CA2-2D78650E68A3}"/>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4235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D538E27-1538-A002-9504-016A1CE7EE8A}"/>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3" name="Espace réservé du pied de page 2">
            <a:extLst>
              <a:ext uri="{FF2B5EF4-FFF2-40B4-BE49-F238E27FC236}">
                <a16:creationId xmlns:a16="http://schemas.microsoft.com/office/drawing/2014/main" id="{344CF073-3379-F773-72D0-94E7EC5BD16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CD75004-9166-E63F-B61E-57DA6FE1DCDF}"/>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287976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36FADD-7C9B-2FDC-9779-083E03F3C94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D1A119E-D9CE-F9CD-A941-71FF07667B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D7EBEF2-5F3D-989A-44A5-4F5BBB89E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A565AE5-1007-63F4-A5F3-033FEB2FD32F}"/>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6" name="Espace réservé du pied de page 5">
            <a:extLst>
              <a:ext uri="{FF2B5EF4-FFF2-40B4-BE49-F238E27FC236}">
                <a16:creationId xmlns:a16="http://schemas.microsoft.com/office/drawing/2014/main" id="{650342C5-3EA1-1626-0AA4-0B2FF45D8F1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FE20B7F-4610-6C63-DF86-DF3DC2F173BB}"/>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2689425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DCD124-32B2-55F1-F687-8798C6C5EA3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8D1C3DC-3D30-EED4-6EF6-FA7D9F223D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1DE169D-17CD-CFCC-76BC-6ACED9FC6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B79C93C-E538-1895-DFBC-A6255189699D}"/>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6" name="Espace réservé du pied de page 5">
            <a:extLst>
              <a:ext uri="{FF2B5EF4-FFF2-40B4-BE49-F238E27FC236}">
                <a16:creationId xmlns:a16="http://schemas.microsoft.com/office/drawing/2014/main" id="{E4934A64-5C75-CF5F-2BC5-0F5629A71E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50305B2-1FE0-F670-7EB6-02BEE72AF68D}"/>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2997244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10275E-FB80-4187-6B7A-E0FDE4D09C7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BDDA5A0-A5D2-D9E9-16C7-D272B28482F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80A395-185F-929E-C7C1-5F9E5ABD939F}"/>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39805564-F5CB-699C-D29A-B13752628A8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2F6802E-BDC2-948A-501F-FEF074B90D39}"/>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3136128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333302A-2762-CC19-CBB2-20456C1C813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A1920A5-76BE-42FE-C28E-4274D89D15E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9A8DB7-9ED9-35FF-1123-6013091537C7}"/>
              </a:ext>
            </a:extLst>
          </p:cNvPr>
          <p:cNvSpPr>
            <a:spLocks noGrp="1"/>
          </p:cNvSpPr>
          <p:nvPr>
            <p:ph type="dt" sz="half" idx="10"/>
          </p:nvPr>
        </p:nvSpPr>
        <p:spPr/>
        <p:txBody>
          <a:bodyPr/>
          <a:lstStyle/>
          <a:p>
            <a:fld id="{DEAA2C4D-4A70-40CD-B142-B0A344DAEA21}"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7071F069-6C25-56F0-495A-B1F4CAEFDD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35ABFDA-C649-2419-821E-D4AD86653296}"/>
              </a:ext>
            </a:extLst>
          </p:cNvPr>
          <p:cNvSpPr>
            <a:spLocks noGrp="1"/>
          </p:cNvSpPr>
          <p:nvPr>
            <p:ph type="sldNum" sz="quarter" idx="12"/>
          </p:nvPr>
        </p:nvSpPr>
        <p:spPr/>
        <p:txBody>
          <a:bodyPr/>
          <a:lstStyle/>
          <a:p>
            <a:fld id="{4D033C7E-6C66-46D0-9780-7529E3EFD101}" type="slidenum">
              <a:rPr lang="fr-FR" smtClean="0"/>
              <a:t>‹N°›</a:t>
            </a:fld>
            <a:endParaRPr lang="fr-FR"/>
          </a:p>
        </p:txBody>
      </p:sp>
    </p:spTree>
    <p:extLst>
      <p:ext uri="{BB962C8B-B14F-4D97-AF65-F5344CB8AC3E}">
        <p14:creationId xmlns:p14="http://schemas.microsoft.com/office/powerpoint/2010/main" val="2960249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pic>
        <p:nvPicPr>
          <p:cNvPr id="8" name="Picture 3" descr="S:\Logos\ANAH\Logo-anah-simple\logo anah Fond blanc.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9482" b="8460"/>
          <a:stretch/>
        </p:blipFill>
        <p:spPr bwMode="auto">
          <a:xfrm>
            <a:off x="8976320" y="701125"/>
            <a:ext cx="2304256" cy="1671759"/>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latin typeface="+mj-lt"/>
              </a:defRPr>
            </a:lvl1pPr>
          </a:lstStyle>
          <a:p>
            <a:r>
              <a:rPr lang="fr-FR"/>
              <a:t>XX/XX/XXXX</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atin typeface="+mj-lt"/>
              </a:defRPr>
            </a:lvl1pPr>
          </a:lstStyle>
          <a:p>
            <a:r>
              <a:rPr lang="fr-FR"/>
              <a:t>Intitulé de la direction/service interministérielle</a:t>
            </a: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latin typeface="+mj-lt"/>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latin typeface="+mj-lt"/>
              </a:defRPr>
            </a:lvl1pPr>
          </a:lstStyle>
          <a:p>
            <a:r>
              <a:rPr lang="fr-FR"/>
              <a:t>Titre</a:t>
            </a:r>
          </a:p>
        </p:txBody>
      </p:sp>
      <p:pic>
        <p:nvPicPr>
          <p:cNvPr id="2" name="Imag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720000" y="480000"/>
            <a:ext cx="3600000" cy="3600000"/>
          </a:xfrm>
          <a:prstGeom prst="rect">
            <a:avLst/>
          </a:prstGeom>
        </p:spPr>
      </p:pic>
    </p:spTree>
    <p:extLst>
      <p:ext uri="{BB962C8B-B14F-4D97-AF65-F5344CB8AC3E}">
        <p14:creationId xmlns:p14="http://schemas.microsoft.com/office/powerpoint/2010/main" val="3172246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pic>
        <p:nvPicPr>
          <p:cNvPr id="10" name="Picture 3" descr="S:\Logos\ANAH\Logo-anah-simple\logo anah Fond blanc.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9482" b="8460"/>
          <a:stretch/>
        </p:blipFill>
        <p:spPr bwMode="auto">
          <a:xfrm>
            <a:off x="9696000" y="452671"/>
            <a:ext cx="2016000" cy="1462627"/>
          </a:xfrm>
          <a:prstGeom prst="rect">
            <a:avLst/>
          </a:prstGeom>
          <a:noFill/>
          <a:extLst>
            <a:ext uri="{909E8E84-426E-40DD-AFC4-6F175D3DCCD1}">
              <a14:hiddenFill xmlns:a14="http://schemas.microsoft.com/office/drawing/2010/main">
                <a:solidFill>
                  <a:srgbClr val="FFFFFF"/>
                </a:solidFill>
              </a14:hiddenFill>
            </a:ext>
          </a:extLst>
        </p:spPr>
      </p:pic>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latin typeface="+mj-lt"/>
              </a:defRPr>
            </a:lvl1pPr>
          </a:lstStyle>
          <a:p>
            <a:r>
              <a:rPr lang="fr-FR"/>
              <a:t>Titre</a:t>
            </a:r>
          </a:p>
        </p:txBody>
      </p:sp>
      <p:sp>
        <p:nvSpPr>
          <p:cNvPr id="2" name="Espace réservé de la date 1"/>
          <p:cNvSpPr>
            <a:spLocks noGrp="1"/>
          </p:cNvSpPr>
          <p:nvPr>
            <p:ph type="dt" sz="half" idx="10"/>
          </p:nvPr>
        </p:nvSpPr>
        <p:spPr bwMode="gray"/>
        <p:txBody>
          <a:bodyPr/>
          <a:lstStyle>
            <a:lvl1pPr>
              <a:defRPr sz="1000">
                <a:latin typeface="+mj-lt"/>
              </a:defRPr>
            </a:lvl1pPr>
          </a:lstStyle>
          <a:p>
            <a:pPr algn="r"/>
            <a:r>
              <a:rPr lang="fr-FR" cap="all"/>
              <a:t>XX/XX/XXXX</a:t>
            </a:r>
          </a:p>
        </p:txBody>
      </p:sp>
      <p:sp>
        <p:nvSpPr>
          <p:cNvPr id="3" name="Espace réservé du pied de page 2"/>
          <p:cNvSpPr>
            <a:spLocks noGrp="1"/>
          </p:cNvSpPr>
          <p:nvPr>
            <p:ph type="ftr" sz="quarter" idx="11"/>
          </p:nvPr>
        </p:nvSpPr>
        <p:spPr bwMode="gray"/>
        <p:txBody>
          <a:bodyPr/>
          <a:lstStyle>
            <a:lvl1pPr>
              <a:defRPr sz="1000">
                <a:latin typeface="+mj-lt"/>
              </a:defRPr>
            </a:lvl1pPr>
          </a:lstStyle>
          <a:p>
            <a:r>
              <a:rPr lang="fr-FR"/>
              <a:t>Intitulé de la direction/service interministérielle</a:t>
            </a:r>
          </a:p>
        </p:txBody>
      </p:sp>
      <p:sp>
        <p:nvSpPr>
          <p:cNvPr id="8" name="Espace réservé du numéro de diapositive 7"/>
          <p:cNvSpPr>
            <a:spLocks noGrp="1"/>
          </p:cNvSpPr>
          <p:nvPr>
            <p:ph type="sldNum" sz="quarter" idx="12"/>
          </p:nvPr>
        </p:nvSpPr>
        <p:spPr bwMode="gray"/>
        <p:txBody>
          <a:bodyPr/>
          <a:lstStyle>
            <a:lvl1pPr>
              <a:defRPr sz="1000">
                <a:latin typeface="+mj-lt"/>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gn="l" defTabSz="1219170" rtl="0" eaLnBrk="1" latinLnBrk="0" hangingPunct="1">
              <a:lnSpc>
                <a:spcPct val="90000"/>
              </a:lnSpc>
              <a:spcBef>
                <a:spcPct val="0"/>
              </a:spcBef>
              <a:spcAft>
                <a:spcPts val="0"/>
              </a:spcAft>
              <a:buNone/>
              <a:defRPr lang="fr-FR" sz="4000" b="1" kern="1200" cap="none" dirty="0">
                <a:solidFill>
                  <a:srgbClr val="243571"/>
                </a:solidFill>
                <a:latin typeface="+mj-lt"/>
                <a:ea typeface="+mj-ea"/>
                <a:cs typeface="Arial"/>
              </a:defRPr>
            </a:lvl1pPr>
            <a:lvl2pPr marL="0" indent="0">
              <a:spcBef>
                <a:spcPts val="667"/>
              </a:spcBef>
              <a:spcAft>
                <a:spcPts val="0"/>
              </a:spcAft>
              <a:buNone/>
              <a:defRPr sz="2400">
                <a:latin typeface="+mj-lt"/>
              </a:defRPr>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spTree>
    <p:extLst>
      <p:ext uri="{BB962C8B-B14F-4D97-AF65-F5344CB8AC3E}">
        <p14:creationId xmlns:p14="http://schemas.microsoft.com/office/powerpoint/2010/main" val="3264573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lgn="l" defTabSz="1219170" rtl="0" eaLnBrk="1" latinLnBrk="0" hangingPunct="1">
              <a:lnSpc>
                <a:spcPct val="90000"/>
              </a:lnSpc>
              <a:spcBef>
                <a:spcPct val="0"/>
              </a:spcBef>
              <a:buNone/>
              <a:defRPr lang="fr-FR" sz="4000" b="1" kern="1200" cap="none" dirty="0">
                <a:solidFill>
                  <a:srgbClr val="243571"/>
                </a:solidFill>
                <a:latin typeface="+mj-lt"/>
                <a:ea typeface="+mj-ea"/>
                <a:cs typeface="Arial"/>
              </a:defRPr>
            </a:lvl1pPr>
          </a:lstStyle>
          <a:p>
            <a:r>
              <a:rPr lang="fr-FR"/>
              <a:t>Titre</a:t>
            </a:r>
          </a:p>
        </p:txBody>
      </p:sp>
      <p:sp>
        <p:nvSpPr>
          <p:cNvPr id="3" name="Espace réservé de la date 2"/>
          <p:cNvSpPr>
            <a:spLocks noGrp="1"/>
          </p:cNvSpPr>
          <p:nvPr>
            <p:ph type="dt" sz="half" idx="10"/>
          </p:nvPr>
        </p:nvSpPr>
        <p:spPr bwMode="gray"/>
        <p:txBody>
          <a:bodyPr/>
          <a:lstStyle>
            <a:lvl1pPr>
              <a:defRPr>
                <a:latin typeface="+mj-lt"/>
              </a:defRPr>
            </a:lvl1pPr>
          </a:lstStyle>
          <a:p>
            <a:pPr algn="r"/>
            <a:r>
              <a:rPr lang="fr-FR" cap="all"/>
              <a:t>XX/XX/XXXX</a:t>
            </a:r>
          </a:p>
        </p:txBody>
      </p:sp>
      <p:sp>
        <p:nvSpPr>
          <p:cNvPr id="4" name="Espace réservé du pied de page 3"/>
          <p:cNvSpPr>
            <a:spLocks noGrp="1"/>
          </p:cNvSpPr>
          <p:nvPr>
            <p:ph type="ftr" sz="quarter" idx="11"/>
          </p:nvPr>
        </p:nvSpPr>
        <p:spPr bwMode="gray"/>
        <p:txBody>
          <a:bodyPr/>
          <a:lstStyle>
            <a:lvl1pPr>
              <a:defRPr>
                <a:latin typeface="+mj-lt"/>
              </a:defRPr>
            </a:lvl1pPr>
          </a:lstStyle>
          <a:p>
            <a:r>
              <a:rPr lang="fr-FR"/>
              <a:t>Intitulé de la direction/service interministérielle</a:t>
            </a:r>
          </a:p>
        </p:txBody>
      </p:sp>
      <p:sp>
        <p:nvSpPr>
          <p:cNvPr id="5" name="Espace réservé du numéro de diapositive 4"/>
          <p:cNvSpPr>
            <a:spLocks noGrp="1"/>
          </p:cNvSpPr>
          <p:nvPr>
            <p:ph type="sldNum" sz="quarter" idx="12"/>
          </p:nvPr>
        </p:nvSpPr>
        <p:spPr bwMode="gray"/>
        <p:txBody>
          <a:bodyPr/>
          <a:lstStyle>
            <a:lvl1pPr>
              <a:defRPr>
                <a:latin typeface="+mj-lt"/>
              </a:defRPr>
            </a:lvl1p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accent2"/>
                </a:solidFill>
                <a:latin typeface="+mj-lt"/>
              </a:defRPr>
            </a:lvl1pPr>
            <a:lvl2pPr marL="431989" indent="-191995">
              <a:spcBef>
                <a:spcPts val="800"/>
              </a:spcBef>
              <a:spcAft>
                <a:spcPts val="1067"/>
              </a:spcAft>
              <a:buFont typeface="+mj-lt"/>
              <a:buAutoNum type="alphaLcPeriod"/>
              <a:defRPr>
                <a:latin typeface="+mj-lt"/>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accent2"/>
                </a:solidFill>
                <a:latin typeface="+mj-lt"/>
              </a:defRPr>
            </a:lvl1pPr>
            <a:lvl2pPr marL="431989" indent="-191995">
              <a:spcBef>
                <a:spcPts val="800"/>
              </a:spcBef>
              <a:spcAft>
                <a:spcPts val="1067"/>
              </a:spcAft>
              <a:buFont typeface="+mj-lt"/>
              <a:buAutoNum type="alphaLcPeriod"/>
              <a:defRPr>
                <a:latin typeface="+mj-lt"/>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accent2"/>
                </a:solidFill>
                <a:latin typeface="+mj-lt"/>
              </a:defRPr>
            </a:lvl1pPr>
            <a:lvl2pPr marL="431989" indent="-191995">
              <a:spcBef>
                <a:spcPts val="800"/>
              </a:spcBef>
              <a:spcAft>
                <a:spcPts val="1067"/>
              </a:spcAft>
              <a:buFont typeface="+mj-lt"/>
              <a:buAutoNum type="alphaLcPeriod"/>
              <a:defRPr>
                <a:latin typeface="+mj-lt"/>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969391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Modifiez le style du titre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Tree>
    <p:extLst>
      <p:ext uri="{BB962C8B-B14F-4D97-AF65-F5344CB8AC3E}">
        <p14:creationId xmlns:p14="http://schemas.microsoft.com/office/powerpoint/2010/main" val="2901936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hasCustomPrompt="1"/>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CECI N’EST PAS UN TEMPLATE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
        <p:nvSpPr>
          <p:cNvPr id="2" name="Titre 6">
            <a:extLst>
              <a:ext uri="{FF2B5EF4-FFF2-40B4-BE49-F238E27FC236}">
                <a16:creationId xmlns:a16="http://schemas.microsoft.com/office/drawing/2014/main" id="{A4BA28B9-BFB6-C46D-FD34-193EA6049A97}"/>
              </a:ext>
            </a:extLst>
          </p:cNvPr>
          <p:cNvSpPr txBox="1">
            <a:spLocks/>
          </p:cNvSpPr>
          <p:nvPr userDrawn="1"/>
        </p:nvSpPr>
        <p:spPr bwMode="gray">
          <a:xfrm>
            <a:off x="479999" y="1063880"/>
            <a:ext cx="11121125" cy="3108543"/>
          </a:xfrm>
          <a:prstGeom prst="rect">
            <a:avLst/>
          </a:prstGeom>
        </p:spPr>
        <p:txBody>
          <a:bodyPr vert="horz" wrap="square" lIns="0" tIns="0" rIns="0" bIns="0" rtlCol="0" anchor="t" anchorCtr="0">
            <a:spAutoFit/>
          </a:bodyPr>
          <a:lstStyle>
            <a:lvl1pPr algn="l" defTabSz="1219170" rtl="0" eaLnBrk="1" latinLnBrk="0" hangingPunct="1">
              <a:lnSpc>
                <a:spcPct val="90000"/>
              </a:lnSpc>
              <a:spcBef>
                <a:spcPct val="0"/>
              </a:spcBef>
              <a:buNone/>
              <a:defRPr lang="en-US" sz="2400" b="1" kern="1200" cap="none">
                <a:solidFill>
                  <a:srgbClr val="243571"/>
                </a:solidFill>
                <a:latin typeface="Marianne" panose="02000000000000000000" pitchFamily="50" charset="0"/>
                <a:ea typeface="+mj-ea"/>
                <a:cs typeface="Arial"/>
              </a:defRPr>
            </a:lvl1pPr>
          </a:lstStyle>
          <a:p>
            <a:pPr>
              <a:lnSpc>
                <a:spcPct val="100000"/>
              </a:lnSpc>
              <a:spcBef>
                <a:spcPts val="600"/>
              </a:spcBef>
              <a:spcAft>
                <a:spcPts val="1200"/>
              </a:spcAft>
            </a:pPr>
            <a:r>
              <a:rPr lang="fr-FR" sz="1400" b="1">
                <a:solidFill>
                  <a:schemeClr val="accent2"/>
                </a:solidFill>
              </a:rPr>
              <a:t>Règles et bonnes pratiques :</a:t>
            </a:r>
          </a:p>
          <a:p>
            <a:pPr marL="342900" indent="-342900">
              <a:lnSpc>
                <a:spcPct val="100000"/>
              </a:lnSpc>
              <a:spcBef>
                <a:spcPts val="600"/>
              </a:spcBef>
              <a:spcAft>
                <a:spcPts val="1200"/>
              </a:spcAft>
              <a:buFont typeface="+mj-lt"/>
              <a:buAutoNum type="arabicPeriod"/>
            </a:pPr>
            <a:r>
              <a:rPr lang="fr-FR" sz="1400" b="0">
                <a:solidFill>
                  <a:schemeClr val="tx1"/>
                </a:solidFill>
              </a:rPr>
              <a:t>Penser à repartir de ce template</a:t>
            </a:r>
          </a:p>
          <a:p>
            <a:pPr marL="342900" indent="-342900">
              <a:lnSpc>
                <a:spcPct val="100000"/>
              </a:lnSpc>
              <a:spcBef>
                <a:spcPts val="600"/>
              </a:spcBef>
              <a:spcAft>
                <a:spcPts val="1200"/>
              </a:spcAft>
              <a:buFont typeface="+mj-lt"/>
              <a:buAutoNum type="arabicPeriod"/>
            </a:pPr>
            <a:r>
              <a:rPr lang="fr-FR" sz="1400" b="0">
                <a:solidFill>
                  <a:schemeClr val="tx1"/>
                </a:solidFill>
              </a:rPr>
              <a:t>Penser à respecter la règle N°1</a:t>
            </a:r>
          </a:p>
          <a:p>
            <a:pPr marL="342900" indent="-342900">
              <a:lnSpc>
                <a:spcPct val="100000"/>
              </a:lnSpc>
              <a:spcBef>
                <a:spcPts val="600"/>
              </a:spcBef>
              <a:spcAft>
                <a:spcPts val="1200"/>
              </a:spcAft>
              <a:buFont typeface="+mj-lt"/>
              <a:buAutoNum type="arabicPeriod"/>
            </a:pPr>
            <a:r>
              <a:rPr lang="fr-FR" sz="1400" b="0">
                <a:solidFill>
                  <a:schemeClr val="tx1"/>
                </a:solidFill>
              </a:rPr>
              <a:t>Être attentif lorsque l’on Copie/Colle des éléments d’autres supports : Copier les contenu de la Slide et NON la slide entière (import du mauvais masque)</a:t>
            </a:r>
          </a:p>
          <a:p>
            <a:pPr marL="342900" indent="-342900">
              <a:lnSpc>
                <a:spcPct val="100000"/>
              </a:lnSpc>
              <a:spcBef>
                <a:spcPts val="600"/>
              </a:spcBef>
              <a:spcAft>
                <a:spcPts val="1200"/>
              </a:spcAft>
              <a:buFont typeface="+mj-lt"/>
              <a:buAutoNum type="arabicPeriod"/>
            </a:pPr>
            <a:r>
              <a:rPr lang="fr-FR" sz="1400" b="0">
                <a:solidFill>
                  <a:schemeClr val="tx1"/>
                </a:solidFill>
              </a:rPr>
              <a:t>Respecter la charte graphique ministère / ANAH :</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Police</a:t>
            </a:r>
            <a:r>
              <a:rPr lang="fr-FR" sz="1400" b="0">
                <a:solidFill>
                  <a:schemeClr val="tx1"/>
                </a:solidFill>
              </a:rPr>
              <a:t> : Marianne – Regular (corps / titre) uniquement (pas de Marianne </a:t>
            </a:r>
            <a:r>
              <a:rPr lang="fr-FR" sz="1400" b="1">
                <a:solidFill>
                  <a:schemeClr val="tx1"/>
                </a:solidFill>
              </a:rPr>
              <a:t>Bold</a:t>
            </a:r>
            <a:r>
              <a:rPr lang="fr-FR" sz="1400" b="0">
                <a:solidFill>
                  <a:schemeClr val="tx1"/>
                </a:solidFill>
              </a:rPr>
              <a:t> ou Marianne Light)</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Couleur</a:t>
            </a:r>
            <a:r>
              <a:rPr lang="fr-FR" sz="1400" b="0">
                <a:solidFill>
                  <a:schemeClr val="tx1"/>
                </a:solidFill>
              </a:rPr>
              <a:t> : Palette de couleur à disposition </a:t>
            </a:r>
          </a:p>
        </p:txBody>
      </p:sp>
      <p:pic>
        <p:nvPicPr>
          <p:cNvPr id="4" name="Image 3">
            <a:extLst>
              <a:ext uri="{FF2B5EF4-FFF2-40B4-BE49-F238E27FC236}">
                <a16:creationId xmlns:a16="http://schemas.microsoft.com/office/drawing/2014/main" id="{DD00E6D8-036E-5124-3A1B-6D7A87A0BB71}"/>
              </a:ext>
            </a:extLst>
          </p:cNvPr>
          <p:cNvPicPr>
            <a:picLocks noChangeAspect="1"/>
          </p:cNvPicPr>
          <p:nvPr userDrawn="1"/>
        </p:nvPicPr>
        <p:blipFill>
          <a:blip r:embed="rId3"/>
          <a:srcRect l="847"/>
          <a:stretch/>
        </p:blipFill>
        <p:spPr>
          <a:xfrm>
            <a:off x="1098875" y="4483373"/>
            <a:ext cx="1784434" cy="1310747"/>
          </a:xfrm>
          <a:prstGeom prst="rect">
            <a:avLst/>
          </a:prstGeom>
          <a:ln>
            <a:solidFill>
              <a:schemeClr val="tx1">
                <a:lumMod val="50000"/>
                <a:lumOff val="50000"/>
              </a:schemeClr>
            </a:solidFill>
          </a:ln>
        </p:spPr>
      </p:pic>
      <p:pic>
        <p:nvPicPr>
          <p:cNvPr id="6" name="Image 5">
            <a:extLst>
              <a:ext uri="{FF2B5EF4-FFF2-40B4-BE49-F238E27FC236}">
                <a16:creationId xmlns:a16="http://schemas.microsoft.com/office/drawing/2014/main" id="{85AA4952-63DF-7807-C9CF-D13330B6F753}"/>
              </a:ext>
            </a:extLst>
          </p:cNvPr>
          <p:cNvPicPr>
            <a:picLocks noChangeAspect="1"/>
          </p:cNvPicPr>
          <p:nvPr userDrawn="1"/>
        </p:nvPicPr>
        <p:blipFill>
          <a:blip r:embed="rId4"/>
          <a:stretch>
            <a:fillRect/>
          </a:stretch>
        </p:blipFill>
        <p:spPr>
          <a:xfrm>
            <a:off x="3148533" y="4849209"/>
            <a:ext cx="5894933" cy="579074"/>
          </a:xfrm>
          <a:prstGeom prst="rect">
            <a:avLst/>
          </a:prstGeom>
          <a:ln>
            <a:solidFill>
              <a:schemeClr val="tx1">
                <a:lumMod val="50000"/>
                <a:lumOff val="50000"/>
              </a:schemeClr>
            </a:solidFill>
          </a:ln>
        </p:spPr>
      </p:pic>
    </p:spTree>
    <p:extLst>
      <p:ext uri="{BB962C8B-B14F-4D97-AF65-F5344CB8AC3E}">
        <p14:creationId xmlns:p14="http://schemas.microsoft.com/office/powerpoint/2010/main" val="3854708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hasCustomPrompt="1"/>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CECI N’EST PAS UN TEMPLATE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
        <p:nvSpPr>
          <p:cNvPr id="2" name="Titre 6">
            <a:extLst>
              <a:ext uri="{FF2B5EF4-FFF2-40B4-BE49-F238E27FC236}">
                <a16:creationId xmlns:a16="http://schemas.microsoft.com/office/drawing/2014/main" id="{A4BA28B9-BFB6-C46D-FD34-193EA6049A97}"/>
              </a:ext>
            </a:extLst>
          </p:cNvPr>
          <p:cNvSpPr txBox="1">
            <a:spLocks/>
          </p:cNvSpPr>
          <p:nvPr userDrawn="1"/>
        </p:nvSpPr>
        <p:spPr bwMode="gray">
          <a:xfrm>
            <a:off x="479999" y="1063880"/>
            <a:ext cx="11121125" cy="3108543"/>
          </a:xfrm>
          <a:prstGeom prst="rect">
            <a:avLst/>
          </a:prstGeom>
        </p:spPr>
        <p:txBody>
          <a:bodyPr vert="horz" wrap="square" lIns="0" tIns="0" rIns="0" bIns="0" rtlCol="0" anchor="t" anchorCtr="0">
            <a:spAutoFit/>
          </a:bodyPr>
          <a:lstStyle>
            <a:lvl1pPr algn="l" defTabSz="1219170" rtl="0" eaLnBrk="1" latinLnBrk="0" hangingPunct="1">
              <a:lnSpc>
                <a:spcPct val="90000"/>
              </a:lnSpc>
              <a:spcBef>
                <a:spcPct val="0"/>
              </a:spcBef>
              <a:buNone/>
              <a:defRPr lang="en-US" sz="2400" b="1" kern="1200" cap="none">
                <a:solidFill>
                  <a:srgbClr val="243571"/>
                </a:solidFill>
                <a:latin typeface="Marianne" panose="02000000000000000000" pitchFamily="50" charset="0"/>
                <a:ea typeface="+mj-ea"/>
                <a:cs typeface="Arial"/>
              </a:defRPr>
            </a:lvl1pPr>
          </a:lstStyle>
          <a:p>
            <a:pPr>
              <a:lnSpc>
                <a:spcPct val="100000"/>
              </a:lnSpc>
              <a:spcBef>
                <a:spcPts val="600"/>
              </a:spcBef>
              <a:spcAft>
                <a:spcPts val="1200"/>
              </a:spcAft>
            </a:pPr>
            <a:r>
              <a:rPr lang="fr-FR" sz="1400" b="1">
                <a:solidFill>
                  <a:schemeClr val="accent2"/>
                </a:solidFill>
              </a:rPr>
              <a:t>Règles et bonnes pratiques :</a:t>
            </a:r>
          </a:p>
          <a:p>
            <a:pPr marL="342900" indent="-342900">
              <a:lnSpc>
                <a:spcPct val="100000"/>
              </a:lnSpc>
              <a:spcBef>
                <a:spcPts val="600"/>
              </a:spcBef>
              <a:spcAft>
                <a:spcPts val="1200"/>
              </a:spcAft>
              <a:buFont typeface="+mj-lt"/>
              <a:buAutoNum type="arabicPeriod"/>
            </a:pPr>
            <a:r>
              <a:rPr lang="fr-FR" sz="1400" b="0">
                <a:solidFill>
                  <a:schemeClr val="tx1"/>
                </a:solidFill>
              </a:rPr>
              <a:t>Penser à repartir de ce template</a:t>
            </a:r>
          </a:p>
          <a:p>
            <a:pPr marL="342900" indent="-342900">
              <a:lnSpc>
                <a:spcPct val="100000"/>
              </a:lnSpc>
              <a:spcBef>
                <a:spcPts val="600"/>
              </a:spcBef>
              <a:spcAft>
                <a:spcPts val="1200"/>
              </a:spcAft>
              <a:buFont typeface="+mj-lt"/>
              <a:buAutoNum type="arabicPeriod"/>
            </a:pPr>
            <a:r>
              <a:rPr lang="fr-FR" sz="1400" b="0">
                <a:solidFill>
                  <a:schemeClr val="tx1"/>
                </a:solidFill>
              </a:rPr>
              <a:t>Penser à respecter la règle N°1</a:t>
            </a:r>
          </a:p>
          <a:p>
            <a:pPr marL="342900" indent="-342900">
              <a:lnSpc>
                <a:spcPct val="100000"/>
              </a:lnSpc>
              <a:spcBef>
                <a:spcPts val="600"/>
              </a:spcBef>
              <a:spcAft>
                <a:spcPts val="1200"/>
              </a:spcAft>
              <a:buFont typeface="+mj-lt"/>
              <a:buAutoNum type="arabicPeriod"/>
            </a:pPr>
            <a:r>
              <a:rPr lang="fr-FR" sz="1400" b="0">
                <a:solidFill>
                  <a:schemeClr val="tx1"/>
                </a:solidFill>
              </a:rPr>
              <a:t>Être attentif lorsque l’on Copie/Colle des éléments d’autres supports : Copier les contenu de la Slide et NON la slide entière (import du mauvais masque)</a:t>
            </a:r>
          </a:p>
          <a:p>
            <a:pPr marL="342900" indent="-342900">
              <a:lnSpc>
                <a:spcPct val="100000"/>
              </a:lnSpc>
              <a:spcBef>
                <a:spcPts val="600"/>
              </a:spcBef>
              <a:spcAft>
                <a:spcPts val="1200"/>
              </a:spcAft>
              <a:buFont typeface="+mj-lt"/>
              <a:buAutoNum type="arabicPeriod"/>
            </a:pPr>
            <a:r>
              <a:rPr lang="fr-FR" sz="1400" b="0">
                <a:solidFill>
                  <a:schemeClr val="tx1"/>
                </a:solidFill>
              </a:rPr>
              <a:t>Respecter la charte graphique ministère / ANAH :</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Police</a:t>
            </a:r>
            <a:r>
              <a:rPr lang="fr-FR" sz="1400" b="0">
                <a:solidFill>
                  <a:schemeClr val="tx1"/>
                </a:solidFill>
              </a:rPr>
              <a:t> : Marianne – Regular (corps / titre) uniquement (pas de Marianne </a:t>
            </a:r>
            <a:r>
              <a:rPr lang="fr-FR" sz="1400" b="1">
                <a:solidFill>
                  <a:schemeClr val="tx1"/>
                </a:solidFill>
              </a:rPr>
              <a:t>Bold</a:t>
            </a:r>
            <a:r>
              <a:rPr lang="fr-FR" sz="1400" b="0">
                <a:solidFill>
                  <a:schemeClr val="tx1"/>
                </a:solidFill>
              </a:rPr>
              <a:t> ou Marianne Light)</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Couleur</a:t>
            </a:r>
            <a:r>
              <a:rPr lang="fr-FR" sz="1400" b="0">
                <a:solidFill>
                  <a:schemeClr val="tx1"/>
                </a:solidFill>
              </a:rPr>
              <a:t> : Palette de couleur à disposition </a:t>
            </a:r>
          </a:p>
        </p:txBody>
      </p:sp>
      <p:pic>
        <p:nvPicPr>
          <p:cNvPr id="4" name="Image 3">
            <a:extLst>
              <a:ext uri="{FF2B5EF4-FFF2-40B4-BE49-F238E27FC236}">
                <a16:creationId xmlns:a16="http://schemas.microsoft.com/office/drawing/2014/main" id="{DD00E6D8-036E-5124-3A1B-6D7A87A0BB71}"/>
              </a:ext>
            </a:extLst>
          </p:cNvPr>
          <p:cNvPicPr>
            <a:picLocks noChangeAspect="1"/>
          </p:cNvPicPr>
          <p:nvPr userDrawn="1"/>
        </p:nvPicPr>
        <p:blipFill>
          <a:blip r:embed="rId3"/>
          <a:srcRect l="847"/>
          <a:stretch/>
        </p:blipFill>
        <p:spPr>
          <a:xfrm>
            <a:off x="1098875" y="4483373"/>
            <a:ext cx="1784434" cy="1310747"/>
          </a:xfrm>
          <a:prstGeom prst="rect">
            <a:avLst/>
          </a:prstGeom>
          <a:ln>
            <a:solidFill>
              <a:schemeClr val="tx1">
                <a:lumMod val="50000"/>
                <a:lumOff val="50000"/>
              </a:schemeClr>
            </a:solidFill>
          </a:ln>
        </p:spPr>
      </p:pic>
      <p:pic>
        <p:nvPicPr>
          <p:cNvPr id="6" name="Image 5">
            <a:extLst>
              <a:ext uri="{FF2B5EF4-FFF2-40B4-BE49-F238E27FC236}">
                <a16:creationId xmlns:a16="http://schemas.microsoft.com/office/drawing/2014/main" id="{85AA4952-63DF-7807-C9CF-D13330B6F753}"/>
              </a:ext>
            </a:extLst>
          </p:cNvPr>
          <p:cNvPicPr>
            <a:picLocks noChangeAspect="1"/>
          </p:cNvPicPr>
          <p:nvPr userDrawn="1"/>
        </p:nvPicPr>
        <p:blipFill>
          <a:blip r:embed="rId4"/>
          <a:stretch>
            <a:fillRect/>
          </a:stretch>
        </p:blipFill>
        <p:spPr>
          <a:xfrm>
            <a:off x="3148533" y="4849209"/>
            <a:ext cx="5894933" cy="579074"/>
          </a:xfrm>
          <a:prstGeom prst="rect">
            <a:avLst/>
          </a:prstGeom>
          <a:ln>
            <a:solidFill>
              <a:schemeClr val="tx1">
                <a:lumMod val="50000"/>
                <a:lumOff val="50000"/>
              </a:schemeClr>
            </a:solidFill>
          </a:ln>
        </p:spPr>
      </p:pic>
    </p:spTree>
    <p:extLst>
      <p:ext uri="{BB962C8B-B14F-4D97-AF65-F5344CB8AC3E}">
        <p14:creationId xmlns:p14="http://schemas.microsoft.com/office/powerpoint/2010/main" val="41604376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Modifiez le style du titre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Tree>
    <p:extLst>
      <p:ext uri="{BB962C8B-B14F-4D97-AF65-F5344CB8AC3E}">
        <p14:creationId xmlns:p14="http://schemas.microsoft.com/office/powerpoint/2010/main" val="2211048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4000"/>
            <a:ext cx="12192000" cy="5875200"/>
          </a:xfrm>
          <a:solidFill>
            <a:schemeClr val="accent2"/>
          </a:solidFill>
        </p:spPr>
        <p:txBody>
          <a:bodyPr tIns="1080000" anchor="ctr" anchorCtr="0"/>
          <a:lstStyle>
            <a:lvl1pPr algn="ctr">
              <a:defRPr cap="all" baseline="0">
                <a:latin typeface="+mj-lt"/>
              </a:defRPr>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400">
                <a:solidFill>
                  <a:schemeClr val="bg1"/>
                </a:solidFill>
                <a:latin typeface="+mj-lt"/>
              </a:defRPr>
            </a:lvl1pPr>
          </a:lstStyle>
          <a:p>
            <a:r>
              <a:rPr lang="fr-FR"/>
              <a:t>Titre</a:t>
            </a:r>
          </a:p>
        </p:txBody>
      </p:sp>
      <p:sp>
        <p:nvSpPr>
          <p:cNvPr id="3" name="Espace réservé de la date 2"/>
          <p:cNvSpPr>
            <a:spLocks noGrp="1"/>
          </p:cNvSpPr>
          <p:nvPr>
            <p:ph type="dt" sz="half" idx="10"/>
          </p:nvPr>
        </p:nvSpPr>
        <p:spPr bwMode="gray"/>
        <p:txBody>
          <a:bodyPr/>
          <a:lstStyle>
            <a:lvl1pPr>
              <a:defRPr>
                <a:solidFill>
                  <a:schemeClr val="bg1"/>
                </a:solidFill>
                <a:latin typeface="+mj-lt"/>
              </a:defRPr>
            </a:lvl1pPr>
          </a:lstStyle>
          <a:p>
            <a:pPr algn="r"/>
            <a:r>
              <a:rPr lang="fr-FR" cap="all"/>
              <a:t>XX/XX/XXXX</a:t>
            </a:r>
          </a:p>
        </p:txBody>
      </p:sp>
      <p:sp>
        <p:nvSpPr>
          <p:cNvPr id="4" name="Espace réservé du pied de page 3"/>
          <p:cNvSpPr>
            <a:spLocks noGrp="1"/>
          </p:cNvSpPr>
          <p:nvPr>
            <p:ph type="ftr" sz="quarter" idx="11"/>
          </p:nvPr>
        </p:nvSpPr>
        <p:spPr bwMode="gray"/>
        <p:txBody>
          <a:bodyPr/>
          <a:lstStyle>
            <a:lvl1pPr>
              <a:defRPr>
                <a:solidFill>
                  <a:schemeClr val="bg1"/>
                </a:solidFill>
                <a:latin typeface="+mj-lt"/>
              </a:defRPr>
            </a:lvl1pPr>
          </a:lstStyle>
          <a:p>
            <a:r>
              <a:rPr lang="fr-FR"/>
              <a:t>Intitulé de la direction/service interministérielle</a:t>
            </a:r>
          </a:p>
        </p:txBody>
      </p:sp>
      <p:sp>
        <p:nvSpPr>
          <p:cNvPr id="5" name="Espace réservé du numéro de diapositive 4"/>
          <p:cNvSpPr>
            <a:spLocks noGrp="1"/>
          </p:cNvSpPr>
          <p:nvPr>
            <p:ph type="sldNum" sz="quarter" idx="12"/>
          </p:nvPr>
        </p:nvSpPr>
        <p:spPr bwMode="gray"/>
        <p:txBody>
          <a:bodyPr/>
          <a:lstStyle>
            <a:lvl1pPr>
              <a:defRPr>
                <a:solidFill>
                  <a:schemeClr val="bg1"/>
                </a:solidFill>
                <a:latin typeface="+mj-lt"/>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3117984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3956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pic>
        <p:nvPicPr>
          <p:cNvPr id="8" name="Picture 3" descr="S:\Logos\ANAH\Logo-anah-simple\logo anah Fond blanc.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9482" b="8460"/>
          <a:stretch/>
        </p:blipFill>
        <p:spPr bwMode="auto">
          <a:xfrm>
            <a:off x="8976320" y="701125"/>
            <a:ext cx="2304256" cy="1671759"/>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e la date 3"/>
          <p:cNvSpPr>
            <a:spLocks noGrp="1"/>
          </p:cNvSpPr>
          <p:nvPr>
            <p:ph type="dt" sz="half" idx="10"/>
          </p:nvPr>
        </p:nvSpPr>
        <p:spPr bwMode="gray">
          <a:xfrm>
            <a:off x="0" y="6618000"/>
            <a:ext cx="240000" cy="240000"/>
          </a:xfrm>
          <a:ln>
            <a:solidFill>
              <a:schemeClr val="tx1">
                <a:alpha val="0"/>
              </a:schemeClr>
            </a:solidFill>
          </a:ln>
        </p:spPr>
        <p:txBody>
          <a:bodyPr/>
          <a:lstStyle>
            <a:lvl1pPr>
              <a:defRPr sz="133">
                <a:solidFill>
                  <a:schemeClr val="tx1">
                    <a:alpha val="0"/>
                  </a:schemeClr>
                </a:solidFill>
                <a:latin typeface="+mj-lt"/>
              </a:defRPr>
            </a:lvl1pPr>
          </a:lstStyle>
          <a:p>
            <a:r>
              <a:rPr lang="fr-FR"/>
              <a:t>08/07/2025</a:t>
            </a:r>
          </a:p>
        </p:txBody>
      </p:sp>
      <p:sp>
        <p:nvSpPr>
          <p:cNvPr id="5" name="Espace réservé du pied de page 4"/>
          <p:cNvSpPr>
            <a:spLocks noGrp="1"/>
          </p:cNvSpPr>
          <p:nvPr>
            <p:ph type="ftr" sz="quarter" idx="11"/>
          </p:nvPr>
        </p:nvSpPr>
        <p:spPr bwMode="gray">
          <a:xfrm>
            <a:off x="960000" y="5226529"/>
            <a:ext cx="4320000" cy="1200000"/>
          </a:xfrm>
        </p:spPr>
        <p:txBody>
          <a:bodyPr anchor="b" anchorCtr="0"/>
          <a:lstStyle>
            <a:lvl1pPr>
              <a:defRPr sz="1533">
                <a:latin typeface="+mj-lt"/>
              </a:defRPr>
            </a:lvl1pPr>
          </a:lstStyle>
          <a:p>
            <a:r>
              <a:rPr lang="fr-FR"/>
              <a:t>Agence nationale de l'habitat</a:t>
            </a:r>
          </a:p>
        </p:txBody>
      </p:sp>
      <p:sp>
        <p:nvSpPr>
          <p:cNvPr id="6" name="Espace réservé du numéro de diapositive 5"/>
          <p:cNvSpPr>
            <a:spLocks noGrp="1"/>
          </p:cNvSpPr>
          <p:nvPr>
            <p:ph type="sldNum" sz="quarter" idx="12"/>
          </p:nvPr>
        </p:nvSpPr>
        <p:spPr bwMode="gray">
          <a:xfrm>
            <a:off x="0" y="6618000"/>
            <a:ext cx="240000" cy="240000"/>
          </a:xfrm>
          <a:ln>
            <a:solidFill>
              <a:schemeClr val="tx1">
                <a:alpha val="0"/>
              </a:schemeClr>
            </a:solidFill>
          </a:ln>
        </p:spPr>
        <p:txBody>
          <a:bodyPr/>
          <a:lstStyle>
            <a:lvl1pPr>
              <a:defRPr sz="133">
                <a:solidFill>
                  <a:schemeClr val="tx1">
                    <a:alpha val="0"/>
                  </a:schemeClr>
                </a:solidFill>
                <a:latin typeface="+mj-lt"/>
              </a:defRPr>
            </a:lvl1pPr>
          </a:lstStyle>
          <a:p>
            <a:fld id="{10C140CD-8AED-46FF-A9A2-77308F3F39AE}" type="slidenum">
              <a:rPr lang="fr-FR" smtClean="0"/>
              <a:pPr/>
              <a:t>‹N°›</a:t>
            </a:fld>
            <a:endParaRPr lang="fr-FR"/>
          </a:p>
        </p:txBody>
      </p:sp>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latin typeface="+mj-lt"/>
              </a:defRPr>
            </a:lvl1pPr>
          </a:lstStyle>
          <a:p>
            <a:r>
              <a:rPr lang="fr-FR"/>
              <a:t>Titre</a:t>
            </a:r>
          </a:p>
        </p:txBody>
      </p:sp>
      <p:pic>
        <p:nvPicPr>
          <p:cNvPr id="2" name="Imag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720000" y="480000"/>
            <a:ext cx="3600000" cy="3600000"/>
          </a:xfrm>
          <a:prstGeom prst="rect">
            <a:avLst/>
          </a:prstGeom>
        </p:spPr>
      </p:pic>
    </p:spTree>
    <p:extLst>
      <p:ext uri="{BB962C8B-B14F-4D97-AF65-F5344CB8AC3E}">
        <p14:creationId xmlns:p14="http://schemas.microsoft.com/office/powerpoint/2010/main" val="370589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pic>
        <p:nvPicPr>
          <p:cNvPr id="10" name="Picture 3" descr="S:\Logos\ANAH\Logo-anah-simple\logo anah Fond blanc.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9482" b="8460"/>
          <a:stretch/>
        </p:blipFill>
        <p:spPr bwMode="auto">
          <a:xfrm>
            <a:off x="9696000" y="452671"/>
            <a:ext cx="2016000" cy="1462627"/>
          </a:xfrm>
          <a:prstGeom prst="rect">
            <a:avLst/>
          </a:prstGeom>
          <a:noFill/>
          <a:extLst>
            <a:ext uri="{909E8E84-426E-40DD-AFC4-6F175D3DCCD1}">
              <a14:hiddenFill xmlns:a14="http://schemas.microsoft.com/office/drawing/2010/main">
                <a:solidFill>
                  <a:srgbClr val="FFFFFF"/>
                </a:solidFill>
              </a14:hiddenFill>
            </a:ext>
          </a:extLst>
        </p:spPr>
      </p:pic>
      <p:sp>
        <p:nvSpPr>
          <p:cNvPr id="7" name="Titre 6"/>
          <p:cNvSpPr>
            <a:spLocks noGrp="1"/>
          </p:cNvSpPr>
          <p:nvPr>
            <p:ph type="title" hasCustomPrompt="1"/>
          </p:nvPr>
        </p:nvSpPr>
        <p:spPr bwMode="gray">
          <a:xfrm>
            <a:off x="0" y="0"/>
            <a:ext cx="240000" cy="240000"/>
          </a:xfrm>
          <a:ln>
            <a:solidFill>
              <a:schemeClr val="tx1">
                <a:alpha val="0"/>
              </a:schemeClr>
            </a:solidFill>
          </a:ln>
        </p:spPr>
        <p:txBody>
          <a:bodyPr/>
          <a:lstStyle>
            <a:lvl1pPr>
              <a:defRPr sz="133">
                <a:solidFill>
                  <a:schemeClr val="tx1">
                    <a:alpha val="0"/>
                  </a:schemeClr>
                </a:solidFill>
                <a:latin typeface="+mj-lt"/>
              </a:defRPr>
            </a:lvl1pPr>
          </a:lstStyle>
          <a:p>
            <a:r>
              <a:rPr lang="fr-FR"/>
              <a:t>Titre</a:t>
            </a:r>
          </a:p>
        </p:txBody>
      </p:sp>
      <p:sp>
        <p:nvSpPr>
          <p:cNvPr id="2" name="Espace réservé de la date 1"/>
          <p:cNvSpPr>
            <a:spLocks noGrp="1"/>
          </p:cNvSpPr>
          <p:nvPr>
            <p:ph type="dt" sz="half" idx="10"/>
          </p:nvPr>
        </p:nvSpPr>
        <p:spPr bwMode="gray"/>
        <p:txBody>
          <a:bodyPr/>
          <a:lstStyle>
            <a:lvl1pPr>
              <a:defRPr sz="1000">
                <a:latin typeface="+mj-lt"/>
              </a:defRPr>
            </a:lvl1pPr>
          </a:lstStyle>
          <a:p>
            <a:pPr algn="r"/>
            <a:r>
              <a:rPr lang="fr-FR" cap="all"/>
              <a:t>08/07/2025</a:t>
            </a:r>
          </a:p>
        </p:txBody>
      </p:sp>
      <p:sp>
        <p:nvSpPr>
          <p:cNvPr id="3" name="Espace réservé du pied de page 2"/>
          <p:cNvSpPr>
            <a:spLocks noGrp="1"/>
          </p:cNvSpPr>
          <p:nvPr>
            <p:ph type="ftr" sz="quarter" idx="11"/>
          </p:nvPr>
        </p:nvSpPr>
        <p:spPr bwMode="gray"/>
        <p:txBody>
          <a:bodyPr/>
          <a:lstStyle>
            <a:lvl1pPr>
              <a:defRPr sz="1000">
                <a:latin typeface="+mj-lt"/>
              </a:defRPr>
            </a:lvl1pPr>
          </a:lstStyle>
          <a:p>
            <a:r>
              <a:rPr lang="fr-FR"/>
              <a:t>Agence nationale de l'habitat</a:t>
            </a:r>
          </a:p>
        </p:txBody>
      </p:sp>
      <p:sp>
        <p:nvSpPr>
          <p:cNvPr id="8" name="Espace réservé du numéro de diapositive 7"/>
          <p:cNvSpPr>
            <a:spLocks noGrp="1"/>
          </p:cNvSpPr>
          <p:nvPr>
            <p:ph type="sldNum" sz="quarter" idx="12"/>
          </p:nvPr>
        </p:nvSpPr>
        <p:spPr bwMode="gray"/>
        <p:txBody>
          <a:bodyPr/>
          <a:lstStyle>
            <a:lvl1pPr>
              <a:defRPr sz="1000">
                <a:latin typeface="+mj-lt"/>
              </a:defRPr>
            </a:lvl1pPr>
          </a:lstStyle>
          <a:p>
            <a:fld id="{733122C9-A0B9-462F-8757-0847AD287B63}" type="slidenum">
              <a:rPr lang="fr-FR" smtClean="0"/>
              <a:pPr/>
              <a:t>‹N°›</a:t>
            </a:fld>
            <a:endParaRPr lang="fr-FR"/>
          </a:p>
        </p:txBody>
      </p:sp>
      <p:sp>
        <p:nvSpPr>
          <p:cNvPr id="11" name="Espace réservé du texte 10"/>
          <p:cNvSpPr>
            <a:spLocks noGrp="1"/>
          </p:cNvSpPr>
          <p:nvPr>
            <p:ph type="body" sz="quarter" idx="13" hasCustomPrompt="1"/>
          </p:nvPr>
        </p:nvSpPr>
        <p:spPr bwMode="gray">
          <a:xfrm>
            <a:off x="480000" y="3128061"/>
            <a:ext cx="11232000" cy="2769600"/>
          </a:xfrm>
        </p:spPr>
        <p:txBody>
          <a:bodyPr/>
          <a:lstStyle>
            <a:lvl1pPr algn="l" defTabSz="1219170" rtl="0" eaLnBrk="1" latinLnBrk="0" hangingPunct="1">
              <a:lnSpc>
                <a:spcPct val="90000"/>
              </a:lnSpc>
              <a:spcBef>
                <a:spcPct val="0"/>
              </a:spcBef>
              <a:spcAft>
                <a:spcPts val="0"/>
              </a:spcAft>
              <a:buNone/>
              <a:defRPr lang="fr-FR" sz="4000" b="1" kern="1200" cap="none" dirty="0">
                <a:solidFill>
                  <a:srgbClr val="243571"/>
                </a:solidFill>
                <a:latin typeface="+mj-lt"/>
                <a:ea typeface="+mj-ea"/>
                <a:cs typeface="Arial"/>
              </a:defRPr>
            </a:lvl1pPr>
            <a:lvl2pPr marL="0" indent="0">
              <a:spcBef>
                <a:spcPts val="667"/>
              </a:spcBef>
              <a:spcAft>
                <a:spcPts val="0"/>
              </a:spcAft>
              <a:buNone/>
              <a:defRPr sz="2400">
                <a:latin typeface="+mj-lt"/>
              </a:defRPr>
            </a:lvl2pPr>
          </a:lstStyle>
          <a:p>
            <a:pPr lvl="0"/>
            <a:r>
              <a:rPr lang="fr-FR"/>
              <a:t>TITRE</a:t>
            </a:r>
          </a:p>
          <a:p>
            <a:pPr lvl="1"/>
            <a:r>
              <a:rPr lang="fr-FR"/>
              <a:t>Sous-titre</a:t>
            </a:r>
          </a:p>
        </p:txBody>
      </p:sp>
      <p:cxnSp>
        <p:nvCxnSpPr>
          <p:cNvPr id="12" name="Connecteur droit 11"/>
          <p:cNvCxnSpPr/>
          <p:nvPr userDrawn="1"/>
        </p:nvCxnSpPr>
        <p:spPr bwMode="gray">
          <a:xfrm>
            <a:off x="480000" y="6379200"/>
            <a:ext cx="11232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240000" y="240000"/>
            <a:ext cx="1920000" cy="1920000"/>
          </a:xfrm>
          <a:prstGeom prst="rect">
            <a:avLst/>
          </a:prstGeom>
        </p:spPr>
      </p:pic>
    </p:spTree>
    <p:extLst>
      <p:ext uri="{BB962C8B-B14F-4D97-AF65-F5344CB8AC3E}">
        <p14:creationId xmlns:p14="http://schemas.microsoft.com/office/powerpoint/2010/main" val="28578917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lgn="l" defTabSz="1219170" rtl="0" eaLnBrk="1" latinLnBrk="0" hangingPunct="1">
              <a:lnSpc>
                <a:spcPct val="90000"/>
              </a:lnSpc>
              <a:spcBef>
                <a:spcPct val="0"/>
              </a:spcBef>
              <a:buNone/>
              <a:defRPr lang="fr-FR" sz="4000" b="1" kern="1200" cap="none" dirty="0">
                <a:solidFill>
                  <a:srgbClr val="243571"/>
                </a:solidFill>
                <a:latin typeface="+mj-lt"/>
                <a:ea typeface="+mj-ea"/>
                <a:cs typeface="Arial"/>
              </a:defRPr>
            </a:lvl1pPr>
          </a:lstStyle>
          <a:p>
            <a:r>
              <a:rPr lang="fr-FR"/>
              <a:t>Titre</a:t>
            </a:r>
          </a:p>
        </p:txBody>
      </p:sp>
      <p:sp>
        <p:nvSpPr>
          <p:cNvPr id="3" name="Espace réservé de la date 2"/>
          <p:cNvSpPr>
            <a:spLocks noGrp="1"/>
          </p:cNvSpPr>
          <p:nvPr>
            <p:ph type="dt" sz="half" idx="10"/>
          </p:nvPr>
        </p:nvSpPr>
        <p:spPr bwMode="gray"/>
        <p:txBody>
          <a:bodyPr/>
          <a:lstStyle>
            <a:lvl1pPr>
              <a:defRPr>
                <a:latin typeface="+mj-lt"/>
              </a:defRPr>
            </a:lvl1pPr>
          </a:lstStyle>
          <a:p>
            <a:pPr algn="r"/>
            <a:r>
              <a:rPr lang="fr-FR" cap="all"/>
              <a:t>08/07/2025</a:t>
            </a:r>
          </a:p>
        </p:txBody>
      </p:sp>
      <p:sp>
        <p:nvSpPr>
          <p:cNvPr id="4" name="Espace réservé du pied de page 3"/>
          <p:cNvSpPr>
            <a:spLocks noGrp="1"/>
          </p:cNvSpPr>
          <p:nvPr>
            <p:ph type="ftr" sz="quarter" idx="11"/>
          </p:nvPr>
        </p:nvSpPr>
        <p:spPr bwMode="gray"/>
        <p:txBody>
          <a:bodyPr/>
          <a:lstStyle>
            <a:lvl1pPr>
              <a:defRPr>
                <a:latin typeface="+mj-lt"/>
              </a:defRPr>
            </a:lvl1pPr>
          </a:lstStyle>
          <a:p>
            <a:r>
              <a:rPr lang="fr-FR"/>
              <a:t>Agence nationale de l'habitat</a:t>
            </a:r>
          </a:p>
        </p:txBody>
      </p:sp>
      <p:sp>
        <p:nvSpPr>
          <p:cNvPr id="5" name="Espace réservé du numéro de diapositive 4"/>
          <p:cNvSpPr>
            <a:spLocks noGrp="1"/>
          </p:cNvSpPr>
          <p:nvPr>
            <p:ph type="sldNum" sz="quarter" idx="12"/>
          </p:nvPr>
        </p:nvSpPr>
        <p:spPr bwMode="gray"/>
        <p:txBody>
          <a:bodyPr/>
          <a:lstStyle>
            <a:lvl1pPr>
              <a:defRPr>
                <a:latin typeface="+mj-lt"/>
              </a:defRPr>
            </a:lvl1pPr>
          </a:lstStyle>
          <a:p>
            <a:fld id="{733122C9-A0B9-462F-8757-0847AD287B63}" type="slidenum">
              <a:rPr lang="fr-FR" smtClean="0"/>
              <a:pPr/>
              <a:t>‹N°›</a:t>
            </a:fld>
            <a:endParaRPr lang="fr-F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AutoNum type="arabicPeriod"/>
              <a:defRPr b="1">
                <a:solidFill>
                  <a:schemeClr val="accent2"/>
                </a:solidFill>
                <a:latin typeface="+mj-lt"/>
              </a:defRPr>
            </a:lvl1pPr>
            <a:lvl2pPr marL="431989" indent="-191995">
              <a:spcBef>
                <a:spcPts val="800"/>
              </a:spcBef>
              <a:spcAft>
                <a:spcPts val="1067"/>
              </a:spcAft>
              <a:buFont typeface="+mj-lt"/>
              <a:buAutoNum type="alphaLcPeriod"/>
              <a:defRPr>
                <a:latin typeface="+mj-lt"/>
              </a:defRPr>
            </a:lvl2pPr>
          </a:lstStyle>
          <a:p>
            <a:pPr lvl="0"/>
            <a:r>
              <a:rPr lang="fr-FR"/>
              <a:t>Titre de la partie</a:t>
            </a:r>
          </a:p>
          <a:p>
            <a:pPr lvl="1"/>
            <a:r>
              <a:rPr lang="fr-FR"/>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AutoNum type="arabicPeriod"/>
              <a:defRPr b="1">
                <a:solidFill>
                  <a:schemeClr val="accent2"/>
                </a:solidFill>
                <a:latin typeface="+mj-lt"/>
              </a:defRPr>
            </a:lvl1pPr>
            <a:lvl2pPr marL="431989" indent="-191995">
              <a:spcBef>
                <a:spcPts val="800"/>
              </a:spcBef>
              <a:spcAft>
                <a:spcPts val="1067"/>
              </a:spcAft>
              <a:buFont typeface="+mj-lt"/>
              <a:buAutoNum type="alphaLcPeriod"/>
              <a:defRPr>
                <a:latin typeface="+mj-lt"/>
              </a:defRPr>
            </a:lvl2pPr>
          </a:lstStyle>
          <a:p>
            <a:pPr lvl="0"/>
            <a:r>
              <a:rPr lang="fr-FR"/>
              <a:t>Titre de la partie</a:t>
            </a:r>
          </a:p>
          <a:p>
            <a:pPr lvl="1"/>
            <a:r>
              <a:rPr lang="fr-FR"/>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AutoNum type="arabicPeriod"/>
              <a:defRPr b="1">
                <a:solidFill>
                  <a:schemeClr val="accent2"/>
                </a:solidFill>
                <a:latin typeface="+mj-lt"/>
              </a:defRPr>
            </a:lvl1pPr>
            <a:lvl2pPr marL="431989" indent="-191995">
              <a:spcBef>
                <a:spcPts val="800"/>
              </a:spcBef>
              <a:spcAft>
                <a:spcPts val="1067"/>
              </a:spcAft>
              <a:buFont typeface="+mj-lt"/>
              <a:buAutoNum type="alphaLcPeriod"/>
              <a:defRPr>
                <a:latin typeface="+mj-lt"/>
              </a:defRPr>
            </a:lvl2pPr>
          </a:lstStyle>
          <a:p>
            <a:pPr lvl="0"/>
            <a:r>
              <a:rPr lang="fr-FR"/>
              <a:t>Titre de la partie</a:t>
            </a:r>
          </a:p>
          <a:p>
            <a:pPr lvl="1"/>
            <a:r>
              <a:rPr lang="fr-FR"/>
              <a:t>Deuxième niveau</a:t>
            </a:r>
          </a:p>
        </p:txBody>
      </p:sp>
    </p:spTree>
    <p:extLst>
      <p:ext uri="{BB962C8B-B14F-4D97-AF65-F5344CB8AC3E}">
        <p14:creationId xmlns:p14="http://schemas.microsoft.com/office/powerpoint/2010/main" val="19761901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Modifiez le style du titre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Tree>
    <p:extLst>
      <p:ext uri="{BB962C8B-B14F-4D97-AF65-F5344CB8AC3E}">
        <p14:creationId xmlns:p14="http://schemas.microsoft.com/office/powerpoint/2010/main" val="959360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hasCustomPrompt="1"/>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CECI N’EST PAS UN TEMPLATE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
        <p:nvSpPr>
          <p:cNvPr id="2" name="Titre 6">
            <a:extLst>
              <a:ext uri="{FF2B5EF4-FFF2-40B4-BE49-F238E27FC236}">
                <a16:creationId xmlns:a16="http://schemas.microsoft.com/office/drawing/2014/main" id="{A4BA28B9-BFB6-C46D-FD34-193EA6049A97}"/>
              </a:ext>
            </a:extLst>
          </p:cNvPr>
          <p:cNvSpPr txBox="1">
            <a:spLocks/>
          </p:cNvSpPr>
          <p:nvPr userDrawn="1"/>
        </p:nvSpPr>
        <p:spPr bwMode="gray">
          <a:xfrm>
            <a:off x="479999" y="1063880"/>
            <a:ext cx="11121125" cy="3108543"/>
          </a:xfrm>
          <a:prstGeom prst="rect">
            <a:avLst/>
          </a:prstGeom>
        </p:spPr>
        <p:txBody>
          <a:bodyPr vert="horz" wrap="square" lIns="0" tIns="0" rIns="0" bIns="0" rtlCol="0" anchor="t" anchorCtr="0">
            <a:spAutoFit/>
          </a:bodyPr>
          <a:lstStyle>
            <a:lvl1pPr algn="l" defTabSz="1219170" rtl="0" eaLnBrk="1" latinLnBrk="0" hangingPunct="1">
              <a:lnSpc>
                <a:spcPct val="90000"/>
              </a:lnSpc>
              <a:spcBef>
                <a:spcPct val="0"/>
              </a:spcBef>
              <a:buNone/>
              <a:defRPr lang="en-US" sz="2400" b="1" kern="1200" cap="none">
                <a:solidFill>
                  <a:srgbClr val="243571"/>
                </a:solidFill>
                <a:latin typeface="Marianne" panose="02000000000000000000" pitchFamily="50" charset="0"/>
                <a:ea typeface="+mj-ea"/>
                <a:cs typeface="Arial"/>
              </a:defRPr>
            </a:lvl1pPr>
          </a:lstStyle>
          <a:p>
            <a:pPr>
              <a:lnSpc>
                <a:spcPct val="100000"/>
              </a:lnSpc>
              <a:spcBef>
                <a:spcPts val="600"/>
              </a:spcBef>
              <a:spcAft>
                <a:spcPts val="1200"/>
              </a:spcAft>
            </a:pPr>
            <a:r>
              <a:rPr lang="fr-FR" sz="1400" b="1">
                <a:solidFill>
                  <a:schemeClr val="accent2"/>
                </a:solidFill>
              </a:rPr>
              <a:t>Règles et bonnes pratiques :</a:t>
            </a:r>
          </a:p>
          <a:p>
            <a:pPr marL="342900" indent="-342900">
              <a:lnSpc>
                <a:spcPct val="100000"/>
              </a:lnSpc>
              <a:spcBef>
                <a:spcPts val="600"/>
              </a:spcBef>
              <a:spcAft>
                <a:spcPts val="1200"/>
              </a:spcAft>
              <a:buFont typeface="+mj-lt"/>
              <a:buAutoNum type="arabicPeriod"/>
            </a:pPr>
            <a:r>
              <a:rPr lang="fr-FR" sz="1400" b="0">
                <a:solidFill>
                  <a:schemeClr val="tx1"/>
                </a:solidFill>
              </a:rPr>
              <a:t>Penser à repartir de ce template</a:t>
            </a:r>
          </a:p>
          <a:p>
            <a:pPr marL="342900" indent="-342900">
              <a:lnSpc>
                <a:spcPct val="100000"/>
              </a:lnSpc>
              <a:spcBef>
                <a:spcPts val="600"/>
              </a:spcBef>
              <a:spcAft>
                <a:spcPts val="1200"/>
              </a:spcAft>
              <a:buFont typeface="+mj-lt"/>
              <a:buAutoNum type="arabicPeriod"/>
            </a:pPr>
            <a:r>
              <a:rPr lang="fr-FR" sz="1400" b="0">
                <a:solidFill>
                  <a:schemeClr val="tx1"/>
                </a:solidFill>
              </a:rPr>
              <a:t>Penser à respecter la règle N°1</a:t>
            </a:r>
          </a:p>
          <a:p>
            <a:pPr marL="342900" indent="-342900">
              <a:lnSpc>
                <a:spcPct val="100000"/>
              </a:lnSpc>
              <a:spcBef>
                <a:spcPts val="600"/>
              </a:spcBef>
              <a:spcAft>
                <a:spcPts val="1200"/>
              </a:spcAft>
              <a:buFont typeface="+mj-lt"/>
              <a:buAutoNum type="arabicPeriod"/>
            </a:pPr>
            <a:r>
              <a:rPr lang="fr-FR" sz="1400" b="0">
                <a:solidFill>
                  <a:schemeClr val="tx1"/>
                </a:solidFill>
              </a:rPr>
              <a:t>Être attentif lorsque l’on Copie/Colle des éléments d’autres supports : Copier les contenu de la Slide et NON la slide entière (import du mauvais masque)</a:t>
            </a:r>
          </a:p>
          <a:p>
            <a:pPr marL="342900" indent="-342900">
              <a:lnSpc>
                <a:spcPct val="100000"/>
              </a:lnSpc>
              <a:spcBef>
                <a:spcPts val="600"/>
              </a:spcBef>
              <a:spcAft>
                <a:spcPts val="1200"/>
              </a:spcAft>
              <a:buFont typeface="+mj-lt"/>
              <a:buAutoNum type="arabicPeriod"/>
            </a:pPr>
            <a:r>
              <a:rPr lang="fr-FR" sz="1400" b="0">
                <a:solidFill>
                  <a:schemeClr val="tx1"/>
                </a:solidFill>
              </a:rPr>
              <a:t>Respecter la charte graphique ministère / ANAH :</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Police</a:t>
            </a:r>
            <a:r>
              <a:rPr lang="fr-FR" sz="1400" b="0">
                <a:solidFill>
                  <a:schemeClr val="tx1"/>
                </a:solidFill>
              </a:rPr>
              <a:t> : Marianne – Regular (corps / titre) uniquement (pas de Marianne </a:t>
            </a:r>
            <a:r>
              <a:rPr lang="fr-FR" sz="1400" b="1">
                <a:solidFill>
                  <a:schemeClr val="tx1"/>
                </a:solidFill>
              </a:rPr>
              <a:t>Bold</a:t>
            </a:r>
            <a:r>
              <a:rPr lang="fr-FR" sz="1400" b="0">
                <a:solidFill>
                  <a:schemeClr val="tx1"/>
                </a:solidFill>
              </a:rPr>
              <a:t> ou Marianne Light)</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Couleur</a:t>
            </a:r>
            <a:r>
              <a:rPr lang="fr-FR" sz="1400" b="0">
                <a:solidFill>
                  <a:schemeClr val="tx1"/>
                </a:solidFill>
              </a:rPr>
              <a:t> : Palette de couleur à disposition </a:t>
            </a:r>
          </a:p>
        </p:txBody>
      </p:sp>
      <p:pic>
        <p:nvPicPr>
          <p:cNvPr id="4" name="Image 3">
            <a:extLst>
              <a:ext uri="{FF2B5EF4-FFF2-40B4-BE49-F238E27FC236}">
                <a16:creationId xmlns:a16="http://schemas.microsoft.com/office/drawing/2014/main" id="{DD00E6D8-036E-5124-3A1B-6D7A87A0BB71}"/>
              </a:ext>
            </a:extLst>
          </p:cNvPr>
          <p:cNvPicPr>
            <a:picLocks noChangeAspect="1"/>
          </p:cNvPicPr>
          <p:nvPr userDrawn="1"/>
        </p:nvPicPr>
        <p:blipFill>
          <a:blip r:embed="rId3"/>
          <a:srcRect l="847"/>
          <a:stretch/>
        </p:blipFill>
        <p:spPr>
          <a:xfrm>
            <a:off x="1098875" y="4483373"/>
            <a:ext cx="1784434" cy="1310747"/>
          </a:xfrm>
          <a:prstGeom prst="rect">
            <a:avLst/>
          </a:prstGeom>
          <a:ln>
            <a:solidFill>
              <a:schemeClr val="tx1">
                <a:lumMod val="50000"/>
                <a:lumOff val="50000"/>
              </a:schemeClr>
            </a:solidFill>
          </a:ln>
        </p:spPr>
      </p:pic>
      <p:pic>
        <p:nvPicPr>
          <p:cNvPr id="6" name="Image 5">
            <a:extLst>
              <a:ext uri="{FF2B5EF4-FFF2-40B4-BE49-F238E27FC236}">
                <a16:creationId xmlns:a16="http://schemas.microsoft.com/office/drawing/2014/main" id="{85AA4952-63DF-7807-C9CF-D13330B6F753}"/>
              </a:ext>
            </a:extLst>
          </p:cNvPr>
          <p:cNvPicPr>
            <a:picLocks noChangeAspect="1"/>
          </p:cNvPicPr>
          <p:nvPr userDrawn="1"/>
        </p:nvPicPr>
        <p:blipFill>
          <a:blip r:embed="rId4"/>
          <a:stretch>
            <a:fillRect/>
          </a:stretch>
        </p:blipFill>
        <p:spPr>
          <a:xfrm>
            <a:off x="3148533" y="4849209"/>
            <a:ext cx="5894933" cy="579074"/>
          </a:xfrm>
          <a:prstGeom prst="rect">
            <a:avLst/>
          </a:prstGeom>
          <a:ln>
            <a:solidFill>
              <a:schemeClr val="tx1">
                <a:lumMod val="50000"/>
                <a:lumOff val="50000"/>
              </a:schemeClr>
            </a:solidFill>
          </a:ln>
        </p:spPr>
      </p:pic>
    </p:spTree>
    <p:extLst>
      <p:ext uri="{BB962C8B-B14F-4D97-AF65-F5344CB8AC3E}">
        <p14:creationId xmlns:p14="http://schemas.microsoft.com/office/powerpoint/2010/main" val="30549747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hasCustomPrompt="1"/>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CECI N’EST PAS UN TEMPLATE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
        <p:nvSpPr>
          <p:cNvPr id="2" name="Titre 6">
            <a:extLst>
              <a:ext uri="{FF2B5EF4-FFF2-40B4-BE49-F238E27FC236}">
                <a16:creationId xmlns:a16="http://schemas.microsoft.com/office/drawing/2014/main" id="{A4BA28B9-BFB6-C46D-FD34-193EA6049A97}"/>
              </a:ext>
            </a:extLst>
          </p:cNvPr>
          <p:cNvSpPr txBox="1">
            <a:spLocks/>
          </p:cNvSpPr>
          <p:nvPr userDrawn="1"/>
        </p:nvSpPr>
        <p:spPr bwMode="gray">
          <a:xfrm>
            <a:off x="479999" y="1063880"/>
            <a:ext cx="11121125" cy="3108543"/>
          </a:xfrm>
          <a:prstGeom prst="rect">
            <a:avLst/>
          </a:prstGeom>
        </p:spPr>
        <p:txBody>
          <a:bodyPr vert="horz" wrap="square" lIns="0" tIns="0" rIns="0" bIns="0" rtlCol="0" anchor="t" anchorCtr="0">
            <a:spAutoFit/>
          </a:bodyPr>
          <a:lstStyle>
            <a:lvl1pPr algn="l" defTabSz="1219170" rtl="0" eaLnBrk="1" latinLnBrk="0" hangingPunct="1">
              <a:lnSpc>
                <a:spcPct val="90000"/>
              </a:lnSpc>
              <a:spcBef>
                <a:spcPct val="0"/>
              </a:spcBef>
              <a:buNone/>
              <a:defRPr lang="en-US" sz="2400" b="1" kern="1200" cap="none">
                <a:solidFill>
                  <a:srgbClr val="243571"/>
                </a:solidFill>
                <a:latin typeface="Marianne" panose="02000000000000000000" pitchFamily="50" charset="0"/>
                <a:ea typeface="+mj-ea"/>
                <a:cs typeface="Arial"/>
              </a:defRPr>
            </a:lvl1pPr>
          </a:lstStyle>
          <a:p>
            <a:pPr>
              <a:lnSpc>
                <a:spcPct val="100000"/>
              </a:lnSpc>
              <a:spcBef>
                <a:spcPts val="600"/>
              </a:spcBef>
              <a:spcAft>
                <a:spcPts val="1200"/>
              </a:spcAft>
            </a:pPr>
            <a:r>
              <a:rPr lang="fr-FR" sz="1400" b="1">
                <a:solidFill>
                  <a:schemeClr val="accent2"/>
                </a:solidFill>
              </a:rPr>
              <a:t>Règles et bonnes pratiques :</a:t>
            </a:r>
          </a:p>
          <a:p>
            <a:pPr marL="342900" indent="-342900">
              <a:lnSpc>
                <a:spcPct val="100000"/>
              </a:lnSpc>
              <a:spcBef>
                <a:spcPts val="600"/>
              </a:spcBef>
              <a:spcAft>
                <a:spcPts val="1200"/>
              </a:spcAft>
              <a:buFont typeface="+mj-lt"/>
              <a:buAutoNum type="arabicPeriod"/>
            </a:pPr>
            <a:r>
              <a:rPr lang="fr-FR" sz="1400" b="0">
                <a:solidFill>
                  <a:schemeClr val="tx1"/>
                </a:solidFill>
              </a:rPr>
              <a:t>Penser à repartir de ce template</a:t>
            </a:r>
          </a:p>
          <a:p>
            <a:pPr marL="342900" indent="-342900">
              <a:lnSpc>
                <a:spcPct val="100000"/>
              </a:lnSpc>
              <a:spcBef>
                <a:spcPts val="600"/>
              </a:spcBef>
              <a:spcAft>
                <a:spcPts val="1200"/>
              </a:spcAft>
              <a:buFont typeface="+mj-lt"/>
              <a:buAutoNum type="arabicPeriod"/>
            </a:pPr>
            <a:r>
              <a:rPr lang="fr-FR" sz="1400" b="0">
                <a:solidFill>
                  <a:schemeClr val="tx1"/>
                </a:solidFill>
              </a:rPr>
              <a:t>Penser à respecter la règle N°1</a:t>
            </a:r>
          </a:p>
          <a:p>
            <a:pPr marL="342900" indent="-342900">
              <a:lnSpc>
                <a:spcPct val="100000"/>
              </a:lnSpc>
              <a:spcBef>
                <a:spcPts val="600"/>
              </a:spcBef>
              <a:spcAft>
                <a:spcPts val="1200"/>
              </a:spcAft>
              <a:buFont typeface="+mj-lt"/>
              <a:buAutoNum type="arabicPeriod"/>
            </a:pPr>
            <a:r>
              <a:rPr lang="fr-FR" sz="1400" b="0">
                <a:solidFill>
                  <a:schemeClr val="tx1"/>
                </a:solidFill>
              </a:rPr>
              <a:t>Être attentif lorsque l’on Copie/Colle des éléments d’autres supports : Copier les contenu de la Slide et NON la slide entière (import du mauvais masque)</a:t>
            </a:r>
          </a:p>
          <a:p>
            <a:pPr marL="342900" indent="-342900">
              <a:lnSpc>
                <a:spcPct val="100000"/>
              </a:lnSpc>
              <a:spcBef>
                <a:spcPts val="600"/>
              </a:spcBef>
              <a:spcAft>
                <a:spcPts val="1200"/>
              </a:spcAft>
              <a:buFont typeface="+mj-lt"/>
              <a:buAutoNum type="arabicPeriod"/>
            </a:pPr>
            <a:r>
              <a:rPr lang="fr-FR" sz="1400" b="0">
                <a:solidFill>
                  <a:schemeClr val="tx1"/>
                </a:solidFill>
              </a:rPr>
              <a:t>Respecter la charte graphique ministère / ANAH :</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Police</a:t>
            </a:r>
            <a:r>
              <a:rPr lang="fr-FR" sz="1400" b="0">
                <a:solidFill>
                  <a:schemeClr val="tx1"/>
                </a:solidFill>
              </a:rPr>
              <a:t> : Marianne – Regular (corps / titre) uniquement (pas de Marianne </a:t>
            </a:r>
            <a:r>
              <a:rPr lang="fr-FR" sz="1400" b="1">
                <a:solidFill>
                  <a:schemeClr val="tx1"/>
                </a:solidFill>
              </a:rPr>
              <a:t>Bold</a:t>
            </a:r>
            <a:r>
              <a:rPr lang="fr-FR" sz="1400" b="0">
                <a:solidFill>
                  <a:schemeClr val="tx1"/>
                </a:solidFill>
              </a:rPr>
              <a:t> ou Marianne Light)</a:t>
            </a:r>
          </a:p>
          <a:p>
            <a:pPr marL="800100" lvl="1" indent="-342900">
              <a:lnSpc>
                <a:spcPct val="100000"/>
              </a:lnSpc>
              <a:spcBef>
                <a:spcPts val="600"/>
              </a:spcBef>
              <a:spcAft>
                <a:spcPts val="1200"/>
              </a:spcAft>
              <a:buFont typeface="Arial" panose="020B0604020202020204" pitchFamily="34" charset="0"/>
              <a:buChar char="•"/>
            </a:pPr>
            <a:r>
              <a:rPr lang="fr-FR" sz="1400" b="1">
                <a:solidFill>
                  <a:schemeClr val="tx1"/>
                </a:solidFill>
              </a:rPr>
              <a:t>Couleur</a:t>
            </a:r>
            <a:r>
              <a:rPr lang="fr-FR" sz="1400" b="0">
                <a:solidFill>
                  <a:schemeClr val="tx1"/>
                </a:solidFill>
              </a:rPr>
              <a:t> : Palette de couleur à disposition </a:t>
            </a:r>
          </a:p>
        </p:txBody>
      </p:sp>
      <p:pic>
        <p:nvPicPr>
          <p:cNvPr id="4" name="Image 3">
            <a:extLst>
              <a:ext uri="{FF2B5EF4-FFF2-40B4-BE49-F238E27FC236}">
                <a16:creationId xmlns:a16="http://schemas.microsoft.com/office/drawing/2014/main" id="{DD00E6D8-036E-5124-3A1B-6D7A87A0BB71}"/>
              </a:ext>
            </a:extLst>
          </p:cNvPr>
          <p:cNvPicPr>
            <a:picLocks noChangeAspect="1"/>
          </p:cNvPicPr>
          <p:nvPr userDrawn="1"/>
        </p:nvPicPr>
        <p:blipFill>
          <a:blip r:embed="rId3"/>
          <a:srcRect l="847"/>
          <a:stretch/>
        </p:blipFill>
        <p:spPr>
          <a:xfrm>
            <a:off x="1098875" y="4483373"/>
            <a:ext cx="1784434" cy="1310747"/>
          </a:xfrm>
          <a:prstGeom prst="rect">
            <a:avLst/>
          </a:prstGeom>
          <a:ln>
            <a:solidFill>
              <a:schemeClr val="tx1">
                <a:lumMod val="50000"/>
                <a:lumOff val="50000"/>
              </a:schemeClr>
            </a:solidFill>
          </a:ln>
        </p:spPr>
      </p:pic>
      <p:pic>
        <p:nvPicPr>
          <p:cNvPr id="6" name="Image 5">
            <a:extLst>
              <a:ext uri="{FF2B5EF4-FFF2-40B4-BE49-F238E27FC236}">
                <a16:creationId xmlns:a16="http://schemas.microsoft.com/office/drawing/2014/main" id="{85AA4952-63DF-7807-C9CF-D13330B6F753}"/>
              </a:ext>
            </a:extLst>
          </p:cNvPr>
          <p:cNvPicPr>
            <a:picLocks noChangeAspect="1"/>
          </p:cNvPicPr>
          <p:nvPr userDrawn="1"/>
        </p:nvPicPr>
        <p:blipFill>
          <a:blip r:embed="rId4"/>
          <a:stretch>
            <a:fillRect/>
          </a:stretch>
        </p:blipFill>
        <p:spPr>
          <a:xfrm>
            <a:off x="3148533" y="4849209"/>
            <a:ext cx="5894933" cy="579074"/>
          </a:xfrm>
          <a:prstGeom prst="rect">
            <a:avLst/>
          </a:prstGeom>
          <a:ln>
            <a:solidFill>
              <a:schemeClr val="tx1">
                <a:lumMod val="50000"/>
                <a:lumOff val="50000"/>
              </a:schemeClr>
            </a:solidFill>
          </a:ln>
        </p:spPr>
      </p:pic>
    </p:spTree>
    <p:extLst>
      <p:ext uri="{BB962C8B-B14F-4D97-AF65-F5344CB8AC3E}">
        <p14:creationId xmlns:p14="http://schemas.microsoft.com/office/powerpoint/2010/main" val="2255775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6B2FC9F-885C-BF7A-5338-B80ED48FDDC5}"/>
              </a:ext>
            </a:extLst>
          </p:cNvPr>
          <p:cNvSpPr>
            <a:spLocks noGrp="1"/>
          </p:cNvSpPr>
          <p:nvPr>
            <p:ph type="title"/>
          </p:nvPr>
        </p:nvSpPr>
        <p:spPr>
          <a:xfrm>
            <a:off x="480000" y="316676"/>
            <a:ext cx="11121125" cy="332399"/>
          </a:xfrm>
        </p:spPr>
        <p:txBody>
          <a:bodyPr vert="horz" wrap="square" lIns="0" tIns="0" rIns="0" bIns="0" rtlCol="0" anchor="t" anchorCtr="0">
            <a:spAutoFit/>
          </a:bodyPr>
          <a:lstStyle>
            <a:lvl1pPr>
              <a:defRPr lang="en-US" sz="2400" cap="none">
                <a:solidFill>
                  <a:srgbClr val="243571"/>
                </a:solidFill>
                <a:latin typeface="Marianne" panose="02000000000000000000" pitchFamily="50" charset="0"/>
                <a:cs typeface="Arial"/>
              </a:defRPr>
            </a:lvl1pPr>
          </a:lstStyle>
          <a:p>
            <a:pPr lvl="0"/>
            <a:r>
              <a:rPr lang="fr-FR"/>
              <a:t>Modifiez le style du titre</a:t>
            </a:r>
            <a:endParaRPr lang="en-US"/>
          </a:p>
        </p:txBody>
      </p:sp>
      <p:pic>
        <p:nvPicPr>
          <p:cNvPr id="8" name="Picture 60">
            <a:extLst>
              <a:ext uri="{FF2B5EF4-FFF2-40B4-BE49-F238E27FC236}">
                <a16:creationId xmlns:a16="http://schemas.microsoft.com/office/drawing/2014/main" id="{FA6F067C-77ED-DE0F-5130-03A24062F00B}"/>
              </a:ext>
            </a:extLst>
          </p:cNvPr>
          <p:cNvPicPr>
            <a:picLocks noChangeAspect="1" noChangeArrowheads="1"/>
          </p:cNvPicPr>
          <p:nvPr userDrawn="1"/>
        </p:nvPicPr>
        <p:blipFill>
          <a:blip r:embed="rId2"/>
          <a:stretch/>
        </p:blipFill>
        <p:spPr bwMode="auto">
          <a:xfrm>
            <a:off x="11638083" y="86876"/>
            <a:ext cx="460467" cy="396000"/>
          </a:xfrm>
          <a:prstGeom prst="rect">
            <a:avLst/>
          </a:prstGeom>
          <a:solidFill>
            <a:schemeClr val="bg1"/>
          </a:solidFill>
          <a:ln>
            <a:noFill/>
          </a:ln>
        </p:spPr>
      </p:pic>
    </p:spTree>
    <p:extLst>
      <p:ext uri="{BB962C8B-B14F-4D97-AF65-F5344CB8AC3E}">
        <p14:creationId xmlns:p14="http://schemas.microsoft.com/office/powerpoint/2010/main" val="16106841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4000"/>
            <a:ext cx="12192000" cy="5875200"/>
          </a:xfrm>
          <a:solidFill>
            <a:schemeClr val="accent2"/>
          </a:solidFill>
        </p:spPr>
        <p:txBody>
          <a:bodyPr tIns="1080000" anchor="ctr" anchorCtr="0"/>
          <a:lstStyle>
            <a:lvl1pPr algn="ctr">
              <a:defRPr cap="all" baseline="0">
                <a:latin typeface="+mj-lt"/>
              </a:defRPr>
            </a:lvl1pPr>
          </a:lstStyle>
          <a:p>
            <a:r>
              <a:rPr lang="fr-FR"/>
              <a:t>Sélectionner l’icône pour insérer une image, </a:t>
            </a:r>
            <a:br>
              <a:rPr lang="fr-FR"/>
            </a:br>
            <a:r>
              <a:rPr lang="fr-FR"/>
              <a:t>puis disposer l’image en arrière plan </a:t>
            </a:r>
            <a:br>
              <a:rPr lang="fr-FR"/>
            </a:br>
            <a:r>
              <a:rPr lang="fr-FR"/>
              <a:t>(Sélectionner l’image avec le bouton droit de la souris / </a:t>
            </a:r>
            <a:br>
              <a:rPr lang="fr-FR"/>
            </a:br>
            <a:r>
              <a:rPr lang="fr-FR"/>
              <a:t>Mettre à l’arrière plan)</a:t>
            </a:r>
          </a:p>
        </p:txBody>
      </p:sp>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527987" indent="-527987">
              <a:buFont typeface="+mj-lt"/>
              <a:buAutoNum type="arabicPeriod"/>
              <a:defRPr sz="4400">
                <a:solidFill>
                  <a:schemeClr val="bg1"/>
                </a:solidFill>
                <a:latin typeface="+mj-lt"/>
              </a:defRPr>
            </a:lvl1pPr>
          </a:lstStyle>
          <a:p>
            <a:r>
              <a:rPr lang="fr-FR"/>
              <a:t>Titre</a:t>
            </a:r>
          </a:p>
        </p:txBody>
      </p:sp>
      <p:sp>
        <p:nvSpPr>
          <p:cNvPr id="3" name="Espace réservé de la date 2"/>
          <p:cNvSpPr>
            <a:spLocks noGrp="1"/>
          </p:cNvSpPr>
          <p:nvPr>
            <p:ph type="dt" sz="half" idx="10"/>
          </p:nvPr>
        </p:nvSpPr>
        <p:spPr bwMode="gray"/>
        <p:txBody>
          <a:bodyPr/>
          <a:lstStyle>
            <a:lvl1pPr>
              <a:defRPr>
                <a:solidFill>
                  <a:schemeClr val="bg1"/>
                </a:solidFill>
                <a:latin typeface="+mj-lt"/>
              </a:defRPr>
            </a:lvl1pPr>
          </a:lstStyle>
          <a:p>
            <a:pPr algn="r"/>
            <a:r>
              <a:rPr lang="fr-FR" cap="all"/>
              <a:t>08/07/2025</a:t>
            </a:r>
          </a:p>
        </p:txBody>
      </p:sp>
      <p:sp>
        <p:nvSpPr>
          <p:cNvPr id="4" name="Espace réservé du pied de page 3"/>
          <p:cNvSpPr>
            <a:spLocks noGrp="1"/>
          </p:cNvSpPr>
          <p:nvPr>
            <p:ph type="ftr" sz="quarter" idx="11"/>
          </p:nvPr>
        </p:nvSpPr>
        <p:spPr bwMode="gray"/>
        <p:txBody>
          <a:bodyPr/>
          <a:lstStyle>
            <a:lvl1pPr>
              <a:defRPr>
                <a:solidFill>
                  <a:schemeClr val="bg1"/>
                </a:solidFill>
                <a:latin typeface="+mj-lt"/>
              </a:defRPr>
            </a:lvl1pPr>
          </a:lstStyle>
          <a:p>
            <a:r>
              <a:rPr lang="fr-FR"/>
              <a:t>Agence nationale de l'habitat</a:t>
            </a:r>
          </a:p>
        </p:txBody>
      </p:sp>
      <p:sp>
        <p:nvSpPr>
          <p:cNvPr id="5" name="Espace réservé du numéro de diapositive 4"/>
          <p:cNvSpPr>
            <a:spLocks noGrp="1"/>
          </p:cNvSpPr>
          <p:nvPr>
            <p:ph type="sldNum" sz="quarter" idx="12"/>
          </p:nvPr>
        </p:nvSpPr>
        <p:spPr bwMode="gray"/>
        <p:txBody>
          <a:bodyPr/>
          <a:lstStyle>
            <a:lvl1pPr>
              <a:defRPr>
                <a:solidFill>
                  <a:schemeClr val="bg1"/>
                </a:solidFill>
                <a:latin typeface="+mj-lt"/>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7908649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_Disposition personnalisé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90D34A2-1259-F0DC-C3A3-5C20713500D1}"/>
              </a:ext>
            </a:extLst>
          </p:cNvPr>
          <p:cNvGraphicFramePr>
            <a:graphicFrameLocks noChangeAspect="1"/>
          </p:cNvGraphicFramePr>
          <p:nvPr userDrawn="1">
            <p:custDataLst>
              <p:tags r:id="rId1"/>
            </p:custDataLst>
            <p:extLst>
              <p:ext uri="{D42A27DB-BD31-4B8C-83A1-F6EECF244321}">
                <p14:modId xmlns:p14="http://schemas.microsoft.com/office/powerpoint/2010/main" val="2260604798"/>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Object 2" hidden="1">
                        <a:extLst>
                          <a:ext uri="{FF2B5EF4-FFF2-40B4-BE49-F238E27FC236}">
                            <a16:creationId xmlns:a16="http://schemas.microsoft.com/office/drawing/2014/main" id="{D90D34A2-1259-F0DC-C3A3-5C20713500D1}"/>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16" name="Titre 1">
            <a:extLst>
              <a:ext uri="{FF2B5EF4-FFF2-40B4-BE49-F238E27FC236}">
                <a16:creationId xmlns:a16="http://schemas.microsoft.com/office/drawing/2014/main" id="{4506405B-8844-4318-A6F4-4E4002F4A606}"/>
              </a:ext>
            </a:extLst>
          </p:cNvPr>
          <p:cNvSpPr>
            <a:spLocks noGrp="1"/>
          </p:cNvSpPr>
          <p:nvPr>
            <p:ph type="title" hasCustomPrompt="1"/>
          </p:nvPr>
        </p:nvSpPr>
        <p:spPr>
          <a:xfrm>
            <a:off x="461650" y="144389"/>
            <a:ext cx="10954065" cy="332399"/>
          </a:xfrm>
          <a:prstGeom prst="rect">
            <a:avLst/>
          </a:prstGeom>
        </p:spPr>
        <p:txBody>
          <a:bodyPr vert="horz" anchor="t">
            <a:spAutoFit/>
          </a:bodyPr>
          <a:lstStyle>
            <a:lvl1pPr algn="l">
              <a:lnSpc>
                <a:spcPct val="90000"/>
              </a:lnSpc>
              <a:defRPr lang="fr-FR" sz="2400" b="1" kern="1200" cap="none" baseline="0" dirty="0">
                <a:solidFill>
                  <a:srgbClr val="243571"/>
                </a:solidFill>
                <a:latin typeface="Arial" panose="020B0604020202020204" pitchFamily="34" charset="0"/>
                <a:ea typeface="+mj-ea"/>
                <a:cs typeface="Arial" panose="020B0604020202020204" pitchFamily="34" charset="0"/>
                <a:sym typeface="Arial" panose="020B0604020202020204" pitchFamily="34" charset="0"/>
              </a:defRPr>
            </a:lvl1pPr>
          </a:lstStyle>
          <a:p>
            <a:r>
              <a:rPr lang="fr-FR"/>
              <a:t>Modifiez le style du titre</a:t>
            </a:r>
          </a:p>
        </p:txBody>
      </p:sp>
    </p:spTree>
    <p:extLst>
      <p:ext uri="{BB962C8B-B14F-4D97-AF65-F5344CB8AC3E}">
        <p14:creationId xmlns:p14="http://schemas.microsoft.com/office/powerpoint/2010/main" val="16226812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title" preserve="1" userDrawn="1">
  <p:cSld name="Diapositive de titre">
    <p:spTree>
      <p:nvGrpSpPr>
        <p:cNvPr id="1" name=""/>
        <p:cNvGrpSpPr/>
        <p:nvPr/>
      </p:nvGrpSpPr>
      <p:grpSpPr bwMode="auto">
        <a:xfrm>
          <a:off x="0" y="0"/>
          <a:ext cx="0" cy="0"/>
          <a:chOff x="0" y="0"/>
          <a:chExt cx="0" cy="0"/>
        </a:xfrm>
      </p:grpSpPr>
      <p:sp>
        <p:nvSpPr>
          <p:cNvPr id="732325052" name="Titre 1"/>
          <p:cNvSpPr>
            <a:spLocks noGrp="1"/>
          </p:cNvSpPr>
          <p:nvPr>
            <p:ph type="ctrTitle"/>
          </p:nvPr>
        </p:nvSpPr>
        <p:spPr bwMode="auto">
          <a:xfrm>
            <a:off x="1524000" y="1122363"/>
            <a:ext cx="9144000" cy="2387600"/>
          </a:xfrm>
        </p:spPr>
        <p:txBody>
          <a:bodyPr anchor="b"/>
          <a:lstStyle>
            <a:lvl1pPr algn="ctr">
              <a:defRPr sz="6000"/>
            </a:lvl1pPr>
          </a:lstStyle>
          <a:p>
            <a:pPr>
              <a:defRPr/>
            </a:pPr>
            <a:r>
              <a:rPr lang="fr-FR"/>
              <a:t>Modifiez le style du titre</a:t>
            </a:r>
            <a:endParaRPr/>
          </a:p>
        </p:txBody>
      </p:sp>
      <p:sp>
        <p:nvSpPr>
          <p:cNvPr id="871598178" name="Sous-titr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1343343686" name="Espace réservé de la date 3"/>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1517954163" name="Espace réservé du pied de page 4"/>
          <p:cNvSpPr>
            <a:spLocks noGrp="1"/>
          </p:cNvSpPr>
          <p:nvPr>
            <p:ph type="ftr" sz="quarter" idx="11"/>
          </p:nvPr>
        </p:nvSpPr>
        <p:spPr bwMode="auto"/>
        <p:txBody>
          <a:bodyPr/>
          <a:lstStyle/>
          <a:p>
            <a:pPr>
              <a:defRPr/>
            </a:pPr>
            <a:endParaRPr lang="fr-FR"/>
          </a:p>
        </p:txBody>
      </p:sp>
      <p:sp>
        <p:nvSpPr>
          <p:cNvPr id="1471550420" name="Espace réservé du numéro de diapositive 5"/>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4377265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1989695624" name="Titre 1"/>
          <p:cNvSpPr>
            <a:spLocks noGrp="1"/>
          </p:cNvSpPr>
          <p:nvPr>
            <p:ph type="title"/>
          </p:nvPr>
        </p:nvSpPr>
        <p:spPr bwMode="auto"/>
        <p:txBody>
          <a:bodyPr/>
          <a:lstStyle/>
          <a:p>
            <a:pPr>
              <a:defRPr/>
            </a:pPr>
            <a:r>
              <a:rPr lang="fr-FR"/>
              <a:t>Modifiez le style du titre</a:t>
            </a:r>
            <a:endParaRPr/>
          </a:p>
        </p:txBody>
      </p:sp>
      <p:sp>
        <p:nvSpPr>
          <p:cNvPr id="1529083233" name="Espace réservé du contenu 2"/>
          <p:cNvSpPr>
            <a:spLocks noGrp="1"/>
          </p:cNvSpPr>
          <p:nvPr>
            <p:ph idx="1"/>
          </p:nvPr>
        </p:nvSpPr>
        <p:spPr bwMode="auto"/>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58460221" name="Espace réservé de la date 3"/>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1901627988" name="Espace réservé du pied de page 4"/>
          <p:cNvSpPr>
            <a:spLocks noGrp="1"/>
          </p:cNvSpPr>
          <p:nvPr>
            <p:ph type="ftr" sz="quarter" idx="11"/>
          </p:nvPr>
        </p:nvSpPr>
        <p:spPr bwMode="auto"/>
        <p:txBody>
          <a:bodyPr/>
          <a:lstStyle/>
          <a:p>
            <a:pPr>
              <a:defRPr/>
            </a:pPr>
            <a:endParaRPr lang="fr-FR"/>
          </a:p>
        </p:txBody>
      </p:sp>
      <p:sp>
        <p:nvSpPr>
          <p:cNvPr id="375255854" name="Espace réservé du numéro de diapositive 5"/>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21330534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secHead" preserve="1" userDrawn="1">
  <p:cSld name="Titre de section">
    <p:spTree>
      <p:nvGrpSpPr>
        <p:cNvPr id="1" name=""/>
        <p:cNvGrpSpPr/>
        <p:nvPr/>
      </p:nvGrpSpPr>
      <p:grpSpPr bwMode="auto">
        <a:xfrm>
          <a:off x="0" y="0"/>
          <a:ext cx="0" cy="0"/>
          <a:chOff x="0" y="0"/>
          <a:chExt cx="0" cy="0"/>
        </a:xfrm>
      </p:grpSpPr>
      <p:sp>
        <p:nvSpPr>
          <p:cNvPr id="1809804022" name="Titre 1"/>
          <p:cNvSpPr>
            <a:spLocks noGrp="1"/>
          </p:cNvSpPr>
          <p:nvPr>
            <p:ph type="title"/>
          </p:nvPr>
        </p:nvSpPr>
        <p:spPr bwMode="auto">
          <a:xfrm>
            <a:off x="831850" y="1709738"/>
            <a:ext cx="10515600" cy="2852737"/>
          </a:xfrm>
        </p:spPr>
        <p:txBody>
          <a:bodyPr anchor="b"/>
          <a:lstStyle>
            <a:lvl1pPr>
              <a:defRPr sz="6000"/>
            </a:lvl1pPr>
          </a:lstStyle>
          <a:p>
            <a:pPr>
              <a:defRPr/>
            </a:pPr>
            <a:r>
              <a:rPr lang="fr-FR"/>
              <a:t>Modifiez le style du titre</a:t>
            </a:r>
            <a:endParaRPr/>
          </a:p>
        </p:txBody>
      </p:sp>
      <p:sp>
        <p:nvSpPr>
          <p:cNvPr id="1045782828" name="Espace réservé du texte 2"/>
          <p:cNvSpPr>
            <a:spLocks noGrp="1"/>
          </p:cNvSpPr>
          <p:nvPr>
            <p:ph type="body" idx="1"/>
          </p:nvPr>
        </p:nvSpPr>
        <p:spPr bwMode="auto">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fr-FR"/>
              <a:t>Cliquez pour modifier les styles du texte du masque</a:t>
            </a:r>
            <a:endParaRPr/>
          </a:p>
        </p:txBody>
      </p:sp>
      <p:sp>
        <p:nvSpPr>
          <p:cNvPr id="236597897" name="Espace réservé de la date 3"/>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1049574463" name="Espace réservé du pied de page 4"/>
          <p:cNvSpPr>
            <a:spLocks noGrp="1"/>
          </p:cNvSpPr>
          <p:nvPr>
            <p:ph type="ftr" sz="quarter" idx="11"/>
          </p:nvPr>
        </p:nvSpPr>
        <p:spPr bwMode="auto"/>
        <p:txBody>
          <a:bodyPr/>
          <a:lstStyle/>
          <a:p>
            <a:pPr>
              <a:defRPr/>
            </a:pPr>
            <a:endParaRPr lang="fr-FR"/>
          </a:p>
        </p:txBody>
      </p:sp>
      <p:sp>
        <p:nvSpPr>
          <p:cNvPr id="1754394277" name="Espace réservé du numéro de diapositive 5"/>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27803070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1611675976" name="Titre 1"/>
          <p:cNvSpPr>
            <a:spLocks noGrp="1"/>
          </p:cNvSpPr>
          <p:nvPr>
            <p:ph type="title"/>
          </p:nvPr>
        </p:nvSpPr>
        <p:spPr bwMode="auto"/>
        <p:txBody>
          <a:bodyPr/>
          <a:lstStyle/>
          <a:p>
            <a:pPr>
              <a:defRPr/>
            </a:pPr>
            <a:r>
              <a:rPr lang="fr-FR"/>
              <a:t>Modifiez le style du titre</a:t>
            </a:r>
            <a:endParaRPr/>
          </a:p>
        </p:txBody>
      </p:sp>
      <p:sp>
        <p:nvSpPr>
          <p:cNvPr id="685753167" name="Espace réservé du contenu 2"/>
          <p:cNvSpPr>
            <a:spLocks noGrp="1"/>
          </p:cNvSpPr>
          <p:nvPr>
            <p:ph sz="half" idx="1"/>
          </p:nvPr>
        </p:nvSpPr>
        <p:spPr bwMode="auto">
          <a:xfrm>
            <a:off x="838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368321150" name="Espace réservé du contenu 3"/>
          <p:cNvSpPr>
            <a:spLocks noGrp="1"/>
          </p:cNvSpPr>
          <p:nvPr>
            <p:ph sz="half" idx="2"/>
          </p:nvPr>
        </p:nvSpPr>
        <p:spPr bwMode="auto">
          <a:xfrm>
            <a:off x="6172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03004769" name="Espace réservé de la date 4"/>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275353588" name="Espace réservé du pied de page 5"/>
          <p:cNvSpPr>
            <a:spLocks noGrp="1"/>
          </p:cNvSpPr>
          <p:nvPr>
            <p:ph type="ftr" sz="quarter" idx="11"/>
          </p:nvPr>
        </p:nvSpPr>
        <p:spPr bwMode="auto"/>
        <p:txBody>
          <a:bodyPr/>
          <a:lstStyle/>
          <a:p>
            <a:pPr>
              <a:defRPr/>
            </a:pPr>
            <a:endParaRPr lang="fr-FR"/>
          </a:p>
        </p:txBody>
      </p:sp>
      <p:sp>
        <p:nvSpPr>
          <p:cNvPr id="2098694035" name="Espace réservé du numéro de diapositive 6"/>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40792289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163661505" name="Titre 1"/>
          <p:cNvSpPr>
            <a:spLocks noGrp="1"/>
          </p:cNvSpPr>
          <p:nvPr>
            <p:ph type="title"/>
          </p:nvPr>
        </p:nvSpPr>
        <p:spPr bwMode="auto">
          <a:xfrm>
            <a:off x="839788" y="365125"/>
            <a:ext cx="10515600" cy="1325563"/>
          </a:xfrm>
        </p:spPr>
        <p:txBody>
          <a:bodyPr/>
          <a:lstStyle/>
          <a:p>
            <a:pPr>
              <a:defRPr/>
            </a:pPr>
            <a:r>
              <a:rPr lang="fr-FR"/>
              <a:t>Modifiez le style du titre</a:t>
            </a:r>
            <a:endParaRPr/>
          </a:p>
        </p:txBody>
      </p:sp>
      <p:sp>
        <p:nvSpPr>
          <p:cNvPr id="273719169"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1762777694" name="Espace réservé du contenu 3"/>
          <p:cNvSpPr>
            <a:spLocks noGrp="1"/>
          </p:cNvSpPr>
          <p:nvPr>
            <p:ph sz="half" idx="2"/>
          </p:nvPr>
        </p:nvSpPr>
        <p:spPr bwMode="auto">
          <a:xfrm>
            <a:off x="839788" y="2505074"/>
            <a:ext cx="5157787"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52309719"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1759511512" name="Espace réservé du contenu 5"/>
          <p:cNvSpPr>
            <a:spLocks noGrp="1"/>
          </p:cNvSpPr>
          <p:nvPr>
            <p:ph sz="quarter" idx="4"/>
          </p:nvPr>
        </p:nvSpPr>
        <p:spPr bwMode="auto">
          <a:xfrm>
            <a:off x="6172200" y="2505074"/>
            <a:ext cx="5183188"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61979207" name="Espace réservé de la date 6"/>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1925670790" name="Espace réservé du pied de page 7"/>
          <p:cNvSpPr>
            <a:spLocks noGrp="1"/>
          </p:cNvSpPr>
          <p:nvPr>
            <p:ph type="ftr" sz="quarter" idx="11"/>
          </p:nvPr>
        </p:nvSpPr>
        <p:spPr bwMode="auto"/>
        <p:txBody>
          <a:bodyPr/>
          <a:lstStyle/>
          <a:p>
            <a:pPr>
              <a:defRPr/>
            </a:pPr>
            <a:endParaRPr lang="fr-FR"/>
          </a:p>
        </p:txBody>
      </p:sp>
      <p:sp>
        <p:nvSpPr>
          <p:cNvPr id="1547785979" name="Espace réservé du numéro de diapositive 8"/>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893578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1775454060" name="Titre 1"/>
          <p:cNvSpPr>
            <a:spLocks noGrp="1"/>
          </p:cNvSpPr>
          <p:nvPr>
            <p:ph type="title"/>
          </p:nvPr>
        </p:nvSpPr>
        <p:spPr bwMode="auto"/>
        <p:txBody>
          <a:bodyPr/>
          <a:lstStyle/>
          <a:p>
            <a:pPr>
              <a:defRPr/>
            </a:pPr>
            <a:r>
              <a:rPr lang="fr-FR"/>
              <a:t>Modifiez le style du titre</a:t>
            </a:r>
            <a:endParaRPr/>
          </a:p>
        </p:txBody>
      </p:sp>
      <p:sp>
        <p:nvSpPr>
          <p:cNvPr id="1906905018" name="Espace réservé de la date 2"/>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236110472" name="Espace réservé du pied de page 3"/>
          <p:cNvSpPr>
            <a:spLocks noGrp="1"/>
          </p:cNvSpPr>
          <p:nvPr>
            <p:ph type="ftr" sz="quarter" idx="11"/>
          </p:nvPr>
        </p:nvSpPr>
        <p:spPr bwMode="auto"/>
        <p:txBody>
          <a:bodyPr/>
          <a:lstStyle/>
          <a:p>
            <a:pPr>
              <a:defRPr/>
            </a:pPr>
            <a:endParaRPr lang="fr-FR"/>
          </a:p>
        </p:txBody>
      </p:sp>
      <p:sp>
        <p:nvSpPr>
          <p:cNvPr id="667897717" name="Espace réservé du numéro de diapositive 4"/>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5979846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blank" preserve="1" userDrawn="1">
  <p:cSld name="Vide">
    <p:spTree>
      <p:nvGrpSpPr>
        <p:cNvPr id="1" name=""/>
        <p:cNvGrpSpPr/>
        <p:nvPr/>
      </p:nvGrpSpPr>
      <p:grpSpPr bwMode="auto">
        <a:xfrm>
          <a:off x="0" y="0"/>
          <a:ext cx="0" cy="0"/>
          <a:chOff x="0" y="0"/>
          <a:chExt cx="0" cy="0"/>
        </a:xfrm>
      </p:grpSpPr>
      <p:sp>
        <p:nvSpPr>
          <p:cNvPr id="1269679476" name="Espace réservé de la date 1"/>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2036897239" name="Espace réservé du pied de page 2"/>
          <p:cNvSpPr>
            <a:spLocks noGrp="1"/>
          </p:cNvSpPr>
          <p:nvPr>
            <p:ph type="ftr" sz="quarter" idx="11"/>
          </p:nvPr>
        </p:nvSpPr>
        <p:spPr bwMode="auto"/>
        <p:txBody>
          <a:bodyPr/>
          <a:lstStyle/>
          <a:p>
            <a:pPr>
              <a:defRPr/>
            </a:pPr>
            <a:endParaRPr lang="fr-FR"/>
          </a:p>
        </p:txBody>
      </p:sp>
      <p:sp>
        <p:nvSpPr>
          <p:cNvPr id="126983140" name="Espace réservé du numéro de diapositive 3"/>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34819333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u avec légende">
    <p:spTree>
      <p:nvGrpSpPr>
        <p:cNvPr id="1" name=""/>
        <p:cNvGrpSpPr/>
        <p:nvPr/>
      </p:nvGrpSpPr>
      <p:grpSpPr bwMode="auto">
        <a:xfrm>
          <a:off x="0" y="0"/>
          <a:ext cx="0" cy="0"/>
          <a:chOff x="0" y="0"/>
          <a:chExt cx="0" cy="0"/>
        </a:xfrm>
      </p:grpSpPr>
      <p:sp>
        <p:nvSpPr>
          <p:cNvPr id="606030784"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124783085" name="Espace réservé du conten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428798583"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Cliquez pour modifier les styles du texte du masque</a:t>
            </a:r>
            <a:endParaRPr/>
          </a:p>
        </p:txBody>
      </p:sp>
      <p:sp>
        <p:nvSpPr>
          <p:cNvPr id="510567988" name="Espace réservé de la date 4"/>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2137781017" name="Espace réservé du pied de page 5"/>
          <p:cNvSpPr>
            <a:spLocks noGrp="1"/>
          </p:cNvSpPr>
          <p:nvPr>
            <p:ph type="ftr" sz="quarter" idx="11"/>
          </p:nvPr>
        </p:nvSpPr>
        <p:spPr bwMode="auto"/>
        <p:txBody>
          <a:bodyPr/>
          <a:lstStyle/>
          <a:p>
            <a:pPr>
              <a:defRPr/>
            </a:pPr>
            <a:endParaRPr lang="fr-FR"/>
          </a:p>
        </p:txBody>
      </p:sp>
      <p:sp>
        <p:nvSpPr>
          <p:cNvPr id="759116976" name="Espace réservé du numéro de diapositive 6"/>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13984682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 avec légende">
    <p:spTree>
      <p:nvGrpSpPr>
        <p:cNvPr id="1" name=""/>
        <p:cNvGrpSpPr/>
        <p:nvPr/>
      </p:nvGrpSpPr>
      <p:grpSpPr bwMode="auto">
        <a:xfrm>
          <a:off x="0" y="0"/>
          <a:ext cx="0" cy="0"/>
          <a:chOff x="0" y="0"/>
          <a:chExt cx="0" cy="0"/>
        </a:xfrm>
      </p:grpSpPr>
      <p:sp>
        <p:nvSpPr>
          <p:cNvPr id="409020961"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193714649" name="Espace réservé pour une image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fr-FR"/>
          </a:p>
        </p:txBody>
      </p:sp>
      <p:sp>
        <p:nvSpPr>
          <p:cNvPr id="1468032834"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Cliquez pour modifier les styles du texte du masque</a:t>
            </a:r>
            <a:endParaRPr/>
          </a:p>
        </p:txBody>
      </p:sp>
      <p:sp>
        <p:nvSpPr>
          <p:cNvPr id="746494430" name="Espace réservé de la date 4"/>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809216312" name="Espace réservé du pied de page 5"/>
          <p:cNvSpPr>
            <a:spLocks noGrp="1"/>
          </p:cNvSpPr>
          <p:nvPr>
            <p:ph type="ftr" sz="quarter" idx="11"/>
          </p:nvPr>
        </p:nvSpPr>
        <p:spPr bwMode="auto"/>
        <p:txBody>
          <a:bodyPr/>
          <a:lstStyle/>
          <a:p>
            <a:pPr>
              <a:defRPr/>
            </a:pPr>
            <a:endParaRPr lang="fr-FR"/>
          </a:p>
        </p:txBody>
      </p:sp>
      <p:sp>
        <p:nvSpPr>
          <p:cNvPr id="1106930698" name="Espace réservé du numéro de diapositive 6"/>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579450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type="vertTx" preserve="1" userDrawn="1">
  <p:cSld name="Titre et texte vertical">
    <p:spTree>
      <p:nvGrpSpPr>
        <p:cNvPr id="1" name=""/>
        <p:cNvGrpSpPr/>
        <p:nvPr/>
      </p:nvGrpSpPr>
      <p:grpSpPr bwMode="auto">
        <a:xfrm>
          <a:off x="0" y="0"/>
          <a:ext cx="0" cy="0"/>
          <a:chOff x="0" y="0"/>
          <a:chExt cx="0" cy="0"/>
        </a:xfrm>
      </p:grpSpPr>
      <p:sp>
        <p:nvSpPr>
          <p:cNvPr id="1643201775" name="Titre 1"/>
          <p:cNvSpPr>
            <a:spLocks noGrp="1"/>
          </p:cNvSpPr>
          <p:nvPr>
            <p:ph type="title"/>
          </p:nvPr>
        </p:nvSpPr>
        <p:spPr bwMode="auto"/>
        <p:txBody>
          <a:bodyPr/>
          <a:lstStyle/>
          <a:p>
            <a:pPr>
              <a:defRPr/>
            </a:pPr>
            <a:r>
              <a:rPr lang="fr-FR"/>
              <a:t>Modifiez le style du titre</a:t>
            </a:r>
            <a:endParaRPr/>
          </a:p>
        </p:txBody>
      </p:sp>
      <p:sp>
        <p:nvSpPr>
          <p:cNvPr id="1112199654" name="Espace réservé du texte vertical 2"/>
          <p:cNvSpPr>
            <a:spLocks noGrp="1"/>
          </p:cNvSpPr>
          <p:nvPr>
            <p:ph type="body" orient="vert" idx="1"/>
          </p:nvPr>
        </p:nvSpPr>
        <p:spPr bwMode="auto"/>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119219364" name="Espace réservé de la date 3"/>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1796994649" name="Espace réservé du pied de page 4"/>
          <p:cNvSpPr>
            <a:spLocks noGrp="1"/>
          </p:cNvSpPr>
          <p:nvPr>
            <p:ph type="ftr" sz="quarter" idx="11"/>
          </p:nvPr>
        </p:nvSpPr>
        <p:spPr bwMode="auto"/>
        <p:txBody>
          <a:bodyPr/>
          <a:lstStyle/>
          <a:p>
            <a:pPr>
              <a:defRPr/>
            </a:pPr>
            <a:endParaRPr lang="fr-FR"/>
          </a:p>
        </p:txBody>
      </p:sp>
      <p:sp>
        <p:nvSpPr>
          <p:cNvPr id="1128598476" name="Espace réservé du numéro de diapositive 5"/>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41895163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itre vertical et texte">
    <p:spTree>
      <p:nvGrpSpPr>
        <p:cNvPr id="1" name=""/>
        <p:cNvGrpSpPr/>
        <p:nvPr/>
      </p:nvGrpSpPr>
      <p:grpSpPr bwMode="auto">
        <a:xfrm>
          <a:off x="0" y="0"/>
          <a:ext cx="0" cy="0"/>
          <a:chOff x="0" y="0"/>
          <a:chExt cx="0" cy="0"/>
        </a:xfrm>
      </p:grpSpPr>
      <p:sp>
        <p:nvSpPr>
          <p:cNvPr id="748313969" name="Titre vertical 1"/>
          <p:cNvSpPr>
            <a:spLocks noGrp="1"/>
          </p:cNvSpPr>
          <p:nvPr>
            <p:ph type="title" orient="vert"/>
          </p:nvPr>
        </p:nvSpPr>
        <p:spPr bwMode="auto">
          <a:xfrm>
            <a:off x="8724900" y="365125"/>
            <a:ext cx="2628900" cy="5811838"/>
          </a:xfrm>
        </p:spPr>
        <p:txBody>
          <a:bodyPr vert="eaVert"/>
          <a:lstStyle/>
          <a:p>
            <a:pPr>
              <a:defRPr/>
            </a:pPr>
            <a:r>
              <a:rPr lang="fr-FR"/>
              <a:t>Modifiez le style du titre</a:t>
            </a:r>
            <a:endParaRPr/>
          </a:p>
        </p:txBody>
      </p:sp>
      <p:sp>
        <p:nvSpPr>
          <p:cNvPr id="892099711" name="Espace réservé du texte vertical 2"/>
          <p:cNvSpPr>
            <a:spLocks noGrp="1"/>
          </p:cNvSpPr>
          <p:nvPr>
            <p:ph type="body" orient="vert" idx="1"/>
          </p:nvPr>
        </p:nvSpPr>
        <p:spPr bwMode="auto">
          <a:xfrm>
            <a:off x="838200" y="365125"/>
            <a:ext cx="7734300" cy="5811838"/>
          </a:xfrm>
        </p:spPr>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42977323" name="Espace réservé de la date 3"/>
          <p:cNvSpPr>
            <a:spLocks noGrp="1"/>
          </p:cNvSpPr>
          <p:nvPr>
            <p:ph type="dt" sz="half" idx="10"/>
          </p:nvPr>
        </p:nvSpPr>
        <p:spPr bwMode="auto"/>
        <p:txBody>
          <a:bodyPr/>
          <a:lstStyle/>
          <a:p>
            <a:pPr>
              <a:defRPr/>
            </a:pPr>
            <a:fld id="{98F4933B-65CF-46B8-A92A-A43D0ADA1F1B}" type="datetimeFigureOut">
              <a:rPr lang="fr-FR"/>
              <a:t>04/03/2026</a:t>
            </a:fld>
            <a:endParaRPr lang="fr-FR"/>
          </a:p>
        </p:txBody>
      </p:sp>
      <p:sp>
        <p:nvSpPr>
          <p:cNvPr id="1854530712" name="Espace réservé du pied de page 4"/>
          <p:cNvSpPr>
            <a:spLocks noGrp="1"/>
          </p:cNvSpPr>
          <p:nvPr>
            <p:ph type="ftr" sz="quarter" idx="11"/>
          </p:nvPr>
        </p:nvSpPr>
        <p:spPr bwMode="auto"/>
        <p:txBody>
          <a:bodyPr/>
          <a:lstStyle/>
          <a:p>
            <a:pPr>
              <a:defRPr/>
            </a:pPr>
            <a:endParaRPr lang="fr-FR"/>
          </a:p>
        </p:txBody>
      </p:sp>
      <p:sp>
        <p:nvSpPr>
          <p:cNvPr id="608521005" name="Espace réservé du numéro de diapositive 5"/>
          <p:cNvSpPr>
            <a:spLocks noGrp="1"/>
          </p:cNvSpPr>
          <p:nvPr>
            <p:ph type="sldNum" sz="quarter" idx="12"/>
          </p:nvPr>
        </p:nvSpPr>
        <p:spPr bwMode="auto"/>
        <p:txBody>
          <a:bodyPr/>
          <a:lstStyle/>
          <a:p>
            <a:pPr>
              <a:defRPr/>
            </a:pPr>
            <a:fld id="{F0295B63-78FC-4706-846E-E08EE8317457}" type="slidenum">
              <a:rPr lang="fr-FR"/>
              <a:t>‹N°›</a:t>
            </a:fld>
            <a:endParaRPr lang="fr-FR"/>
          </a:p>
        </p:txBody>
      </p:sp>
    </p:spTree>
    <p:extLst>
      <p:ext uri="{BB962C8B-B14F-4D97-AF65-F5344CB8AC3E}">
        <p14:creationId xmlns:p14="http://schemas.microsoft.com/office/powerpoint/2010/main" val="32296434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userDrawn="1">
  <p:cSld name="8_Disposition personnalisée">
    <p:spTree>
      <p:nvGrpSpPr>
        <p:cNvPr id="1" name=""/>
        <p:cNvGrpSpPr/>
        <p:nvPr/>
      </p:nvGrpSpPr>
      <p:grpSpPr bwMode="auto">
        <a:xfrm>
          <a:off x="0" y="0"/>
          <a:ext cx="0" cy="0"/>
          <a:chOff x="0" y="0"/>
          <a:chExt cx="0" cy="0"/>
        </a:xfrm>
      </p:grpSpPr>
      <p:graphicFrame>
        <p:nvGraphicFramePr>
          <p:cNvPr id="888389376" name="Object 2"/>
          <p:cNvGraphicFramePr>
            <a:graphicFrameLocks noChangeAspect="1"/>
          </p:cNvGraphicFramePr>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oleObj" r:id="rId2" imgW="0" imgH="0" progId="TCLayout.ActiveDocument.1">
                  <p:embed/>
                </p:oleObj>
              </mc:Choice>
              <mc:Fallback>
                <p:oleObj name="oleObj" r:id="rId2" imgW="0" imgH="0" progId="TCLayout.ActiveDocument.1">
                  <p:embed/>
                  <p:pic>
                    <p:nvPicPr>
                      <p:cNvPr id="888389376" name="Object 2"/>
                      <p:cNvPicPr/>
                      <p:nvPr/>
                    </p:nvPicPr>
                    <p:blipFill rotWithShape="1">
                      <a:blip r:embed="rId3"/>
                      <a:stretch/>
                    </p:blipFill>
                    <p:spPr bwMode="auto">
                      <a:xfrm>
                        <a:off x="1589" y="1589"/>
                        <a:ext cx="1587" cy="1587"/>
                      </a:xfrm>
                      <a:prstGeom prst="rect">
                        <a:avLst/>
                      </a:prstGeom>
                    </p:spPr>
                  </p:pic>
                </p:oleObj>
              </mc:Fallback>
            </mc:AlternateContent>
          </a:graphicData>
        </a:graphic>
      </p:graphicFrame>
      <p:sp>
        <p:nvSpPr>
          <p:cNvPr id="1995113757" name="Titre 1"/>
          <p:cNvSpPr>
            <a:spLocks noGrp="1"/>
          </p:cNvSpPr>
          <p:nvPr>
            <p:ph type="title" hasCustomPrompt="1"/>
          </p:nvPr>
        </p:nvSpPr>
        <p:spPr bwMode="auto">
          <a:xfrm>
            <a:off x="461650" y="144389"/>
            <a:ext cx="10954065" cy="332399"/>
          </a:xfrm>
          <a:prstGeom prst="rect">
            <a:avLst/>
          </a:prstGeom>
        </p:spPr>
        <p:txBody>
          <a:bodyPr vert="horz" anchor="t">
            <a:spAutoFit/>
          </a:bodyPr>
          <a:lstStyle>
            <a:lvl1pPr algn="l">
              <a:lnSpc>
                <a:spcPct val="90000"/>
              </a:lnSpc>
              <a:defRPr lang="fr-FR" sz="2400" b="1" cap="none">
                <a:solidFill>
                  <a:srgbClr val="243571"/>
                </a:solidFill>
                <a:latin typeface="Arial"/>
                <a:ea typeface="+mj-ea"/>
                <a:cs typeface="Arial"/>
              </a:defRPr>
            </a:lvl1pPr>
          </a:lstStyle>
          <a:p>
            <a:pPr>
              <a:defRPr/>
            </a:pPr>
            <a:r>
              <a:rPr lang="fr-FR"/>
              <a:t>Modifiez le style du titre</a:t>
            </a:r>
            <a:endParaRPr/>
          </a:p>
        </p:txBody>
      </p:sp>
    </p:spTree>
    <p:extLst>
      <p:ext uri="{BB962C8B-B14F-4D97-AF65-F5344CB8AC3E}">
        <p14:creationId xmlns:p14="http://schemas.microsoft.com/office/powerpoint/2010/main" val="1785415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tags" Target="../tags/tag16.xml"/><Relationship Id="rId21" Type="http://schemas.openxmlformats.org/officeDocument/2006/relationships/tags" Target="../tags/tag11.xml"/><Relationship Id="rId42" Type="http://schemas.openxmlformats.org/officeDocument/2006/relationships/tags" Target="../tags/tag32.xml"/><Relationship Id="rId47" Type="http://schemas.openxmlformats.org/officeDocument/2006/relationships/tags" Target="../tags/tag37.xml"/><Relationship Id="rId63" Type="http://schemas.openxmlformats.org/officeDocument/2006/relationships/tags" Target="../tags/tag53.xml"/><Relationship Id="rId68" Type="http://schemas.openxmlformats.org/officeDocument/2006/relationships/tags" Target="../tags/tag58.xml"/><Relationship Id="rId84" Type="http://schemas.openxmlformats.org/officeDocument/2006/relationships/tags" Target="../tags/tag74.xml"/><Relationship Id="rId89" Type="http://schemas.openxmlformats.org/officeDocument/2006/relationships/tags" Target="../tags/tag79.xml"/><Relationship Id="rId112" Type="http://schemas.openxmlformats.org/officeDocument/2006/relationships/tags" Target="../tags/tag102.xml"/><Relationship Id="rId16" Type="http://schemas.openxmlformats.org/officeDocument/2006/relationships/tags" Target="../tags/tag6.xml"/><Relationship Id="rId107" Type="http://schemas.openxmlformats.org/officeDocument/2006/relationships/tags" Target="../tags/tag97.xml"/><Relationship Id="rId11" Type="http://schemas.openxmlformats.org/officeDocument/2006/relationships/tags" Target="../tags/tag1.xml"/><Relationship Id="rId32" Type="http://schemas.openxmlformats.org/officeDocument/2006/relationships/tags" Target="../tags/tag22.xml"/><Relationship Id="rId37" Type="http://schemas.openxmlformats.org/officeDocument/2006/relationships/tags" Target="../tags/tag27.xml"/><Relationship Id="rId53" Type="http://schemas.openxmlformats.org/officeDocument/2006/relationships/tags" Target="../tags/tag43.xml"/><Relationship Id="rId58" Type="http://schemas.openxmlformats.org/officeDocument/2006/relationships/tags" Target="../tags/tag48.xml"/><Relationship Id="rId74" Type="http://schemas.openxmlformats.org/officeDocument/2006/relationships/tags" Target="../tags/tag64.xml"/><Relationship Id="rId79" Type="http://schemas.openxmlformats.org/officeDocument/2006/relationships/tags" Target="../tags/tag69.xml"/><Relationship Id="rId102" Type="http://schemas.openxmlformats.org/officeDocument/2006/relationships/tags" Target="../tags/tag92.xml"/><Relationship Id="rId5" Type="http://schemas.openxmlformats.org/officeDocument/2006/relationships/slideLayout" Target="../slideLayouts/slideLayout16.xml"/><Relationship Id="rId90" Type="http://schemas.openxmlformats.org/officeDocument/2006/relationships/tags" Target="../tags/tag80.xml"/><Relationship Id="rId95" Type="http://schemas.openxmlformats.org/officeDocument/2006/relationships/tags" Target="../tags/tag85.xml"/><Relationship Id="rId22" Type="http://schemas.openxmlformats.org/officeDocument/2006/relationships/tags" Target="../tags/tag12.xml"/><Relationship Id="rId27" Type="http://schemas.openxmlformats.org/officeDocument/2006/relationships/tags" Target="../tags/tag17.xml"/><Relationship Id="rId43" Type="http://schemas.openxmlformats.org/officeDocument/2006/relationships/tags" Target="../tags/tag33.xml"/><Relationship Id="rId48" Type="http://schemas.openxmlformats.org/officeDocument/2006/relationships/tags" Target="../tags/tag38.xml"/><Relationship Id="rId64" Type="http://schemas.openxmlformats.org/officeDocument/2006/relationships/tags" Target="../tags/tag54.xml"/><Relationship Id="rId69" Type="http://schemas.openxmlformats.org/officeDocument/2006/relationships/tags" Target="../tags/tag59.xml"/><Relationship Id="rId80" Type="http://schemas.openxmlformats.org/officeDocument/2006/relationships/tags" Target="../tags/tag70.xml"/><Relationship Id="rId85" Type="http://schemas.openxmlformats.org/officeDocument/2006/relationships/tags" Target="../tags/tag75.xml"/><Relationship Id="rId12" Type="http://schemas.openxmlformats.org/officeDocument/2006/relationships/tags" Target="../tags/tag2.xml"/><Relationship Id="rId17" Type="http://schemas.openxmlformats.org/officeDocument/2006/relationships/tags" Target="../tags/tag7.xml"/><Relationship Id="rId33" Type="http://schemas.openxmlformats.org/officeDocument/2006/relationships/tags" Target="../tags/tag23.xml"/><Relationship Id="rId38" Type="http://schemas.openxmlformats.org/officeDocument/2006/relationships/tags" Target="../tags/tag28.xml"/><Relationship Id="rId59" Type="http://schemas.openxmlformats.org/officeDocument/2006/relationships/tags" Target="../tags/tag49.xml"/><Relationship Id="rId103" Type="http://schemas.openxmlformats.org/officeDocument/2006/relationships/tags" Target="../tags/tag93.xml"/><Relationship Id="rId108" Type="http://schemas.openxmlformats.org/officeDocument/2006/relationships/tags" Target="../tags/tag98.xml"/><Relationship Id="rId54" Type="http://schemas.openxmlformats.org/officeDocument/2006/relationships/tags" Target="../tags/tag44.xml"/><Relationship Id="rId70" Type="http://schemas.openxmlformats.org/officeDocument/2006/relationships/tags" Target="../tags/tag60.xml"/><Relationship Id="rId75" Type="http://schemas.openxmlformats.org/officeDocument/2006/relationships/tags" Target="../tags/tag65.xml"/><Relationship Id="rId91" Type="http://schemas.openxmlformats.org/officeDocument/2006/relationships/tags" Target="../tags/tag81.xml"/><Relationship Id="rId96" Type="http://schemas.openxmlformats.org/officeDocument/2006/relationships/tags" Target="../tags/tag8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tags" Target="../tags/tag5.xml"/><Relationship Id="rId23" Type="http://schemas.openxmlformats.org/officeDocument/2006/relationships/tags" Target="../tags/tag13.xml"/><Relationship Id="rId28" Type="http://schemas.openxmlformats.org/officeDocument/2006/relationships/tags" Target="../tags/tag18.xml"/><Relationship Id="rId36" Type="http://schemas.openxmlformats.org/officeDocument/2006/relationships/tags" Target="../tags/tag26.xml"/><Relationship Id="rId49" Type="http://schemas.openxmlformats.org/officeDocument/2006/relationships/tags" Target="../tags/tag39.xml"/><Relationship Id="rId57" Type="http://schemas.openxmlformats.org/officeDocument/2006/relationships/tags" Target="../tags/tag47.xml"/><Relationship Id="rId106" Type="http://schemas.openxmlformats.org/officeDocument/2006/relationships/tags" Target="../tags/tag96.xml"/><Relationship Id="rId10" Type="http://schemas.openxmlformats.org/officeDocument/2006/relationships/theme" Target="../theme/theme2.xml"/><Relationship Id="rId31" Type="http://schemas.openxmlformats.org/officeDocument/2006/relationships/tags" Target="../tags/tag21.xml"/><Relationship Id="rId44" Type="http://schemas.openxmlformats.org/officeDocument/2006/relationships/tags" Target="../tags/tag34.xml"/><Relationship Id="rId52" Type="http://schemas.openxmlformats.org/officeDocument/2006/relationships/tags" Target="../tags/tag42.xml"/><Relationship Id="rId60" Type="http://schemas.openxmlformats.org/officeDocument/2006/relationships/tags" Target="../tags/tag50.xml"/><Relationship Id="rId65" Type="http://schemas.openxmlformats.org/officeDocument/2006/relationships/tags" Target="../tags/tag55.xml"/><Relationship Id="rId73" Type="http://schemas.openxmlformats.org/officeDocument/2006/relationships/tags" Target="../tags/tag63.xml"/><Relationship Id="rId78" Type="http://schemas.openxmlformats.org/officeDocument/2006/relationships/tags" Target="../tags/tag68.xml"/><Relationship Id="rId81" Type="http://schemas.openxmlformats.org/officeDocument/2006/relationships/tags" Target="../tags/tag71.xml"/><Relationship Id="rId86" Type="http://schemas.openxmlformats.org/officeDocument/2006/relationships/tags" Target="../tags/tag76.xml"/><Relationship Id="rId94" Type="http://schemas.openxmlformats.org/officeDocument/2006/relationships/tags" Target="../tags/tag84.xml"/><Relationship Id="rId99" Type="http://schemas.openxmlformats.org/officeDocument/2006/relationships/tags" Target="../tags/tag89.xml"/><Relationship Id="rId101" Type="http://schemas.openxmlformats.org/officeDocument/2006/relationships/tags" Target="../tags/tag9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tags" Target="../tags/tag3.xml"/><Relationship Id="rId18" Type="http://schemas.openxmlformats.org/officeDocument/2006/relationships/tags" Target="../tags/tag8.xml"/><Relationship Id="rId39" Type="http://schemas.openxmlformats.org/officeDocument/2006/relationships/tags" Target="../tags/tag29.xml"/><Relationship Id="rId109" Type="http://schemas.openxmlformats.org/officeDocument/2006/relationships/tags" Target="../tags/tag99.xml"/><Relationship Id="rId34" Type="http://schemas.openxmlformats.org/officeDocument/2006/relationships/tags" Target="../tags/tag24.xml"/><Relationship Id="rId50" Type="http://schemas.openxmlformats.org/officeDocument/2006/relationships/tags" Target="../tags/tag40.xml"/><Relationship Id="rId55" Type="http://schemas.openxmlformats.org/officeDocument/2006/relationships/tags" Target="../tags/tag45.xml"/><Relationship Id="rId76" Type="http://schemas.openxmlformats.org/officeDocument/2006/relationships/tags" Target="../tags/tag66.xml"/><Relationship Id="rId97" Type="http://schemas.openxmlformats.org/officeDocument/2006/relationships/tags" Target="../tags/tag87.xml"/><Relationship Id="rId104" Type="http://schemas.openxmlformats.org/officeDocument/2006/relationships/tags" Target="../tags/tag94.xml"/><Relationship Id="rId7" Type="http://schemas.openxmlformats.org/officeDocument/2006/relationships/slideLayout" Target="../slideLayouts/slideLayout18.xml"/><Relationship Id="rId71" Type="http://schemas.openxmlformats.org/officeDocument/2006/relationships/tags" Target="../tags/tag61.xml"/><Relationship Id="rId92" Type="http://schemas.openxmlformats.org/officeDocument/2006/relationships/tags" Target="../tags/tag82.xml"/><Relationship Id="rId2" Type="http://schemas.openxmlformats.org/officeDocument/2006/relationships/slideLayout" Target="../slideLayouts/slideLayout13.xml"/><Relationship Id="rId29" Type="http://schemas.openxmlformats.org/officeDocument/2006/relationships/tags" Target="../tags/tag19.xml"/><Relationship Id="rId24" Type="http://schemas.openxmlformats.org/officeDocument/2006/relationships/tags" Target="../tags/tag14.xml"/><Relationship Id="rId40" Type="http://schemas.openxmlformats.org/officeDocument/2006/relationships/tags" Target="../tags/tag30.xml"/><Relationship Id="rId45" Type="http://schemas.openxmlformats.org/officeDocument/2006/relationships/tags" Target="../tags/tag35.xml"/><Relationship Id="rId66" Type="http://schemas.openxmlformats.org/officeDocument/2006/relationships/tags" Target="../tags/tag56.xml"/><Relationship Id="rId87" Type="http://schemas.openxmlformats.org/officeDocument/2006/relationships/tags" Target="../tags/tag77.xml"/><Relationship Id="rId110" Type="http://schemas.openxmlformats.org/officeDocument/2006/relationships/tags" Target="../tags/tag100.xml"/><Relationship Id="rId61" Type="http://schemas.openxmlformats.org/officeDocument/2006/relationships/tags" Target="../tags/tag51.xml"/><Relationship Id="rId82" Type="http://schemas.openxmlformats.org/officeDocument/2006/relationships/tags" Target="../tags/tag72.xml"/><Relationship Id="rId19" Type="http://schemas.openxmlformats.org/officeDocument/2006/relationships/tags" Target="../tags/tag9.xml"/><Relationship Id="rId14" Type="http://schemas.openxmlformats.org/officeDocument/2006/relationships/tags" Target="../tags/tag4.xml"/><Relationship Id="rId30" Type="http://schemas.openxmlformats.org/officeDocument/2006/relationships/tags" Target="../tags/tag20.xml"/><Relationship Id="rId35" Type="http://schemas.openxmlformats.org/officeDocument/2006/relationships/tags" Target="../tags/tag25.xml"/><Relationship Id="rId56" Type="http://schemas.openxmlformats.org/officeDocument/2006/relationships/tags" Target="../tags/tag46.xml"/><Relationship Id="rId77" Type="http://schemas.openxmlformats.org/officeDocument/2006/relationships/tags" Target="../tags/tag67.xml"/><Relationship Id="rId100" Type="http://schemas.openxmlformats.org/officeDocument/2006/relationships/tags" Target="../tags/tag90.xml"/><Relationship Id="rId105" Type="http://schemas.openxmlformats.org/officeDocument/2006/relationships/tags" Target="../tags/tag95.xml"/><Relationship Id="rId8" Type="http://schemas.openxmlformats.org/officeDocument/2006/relationships/slideLayout" Target="../slideLayouts/slideLayout19.xml"/><Relationship Id="rId51" Type="http://schemas.openxmlformats.org/officeDocument/2006/relationships/tags" Target="../tags/tag41.xml"/><Relationship Id="rId72" Type="http://schemas.openxmlformats.org/officeDocument/2006/relationships/tags" Target="../tags/tag62.xml"/><Relationship Id="rId93" Type="http://schemas.openxmlformats.org/officeDocument/2006/relationships/tags" Target="../tags/tag83.xml"/><Relationship Id="rId98" Type="http://schemas.openxmlformats.org/officeDocument/2006/relationships/tags" Target="../tags/tag88.xml"/><Relationship Id="rId3" Type="http://schemas.openxmlformats.org/officeDocument/2006/relationships/slideLayout" Target="../slideLayouts/slideLayout14.xml"/><Relationship Id="rId25" Type="http://schemas.openxmlformats.org/officeDocument/2006/relationships/tags" Target="../tags/tag15.xml"/><Relationship Id="rId46" Type="http://schemas.openxmlformats.org/officeDocument/2006/relationships/tags" Target="../tags/tag36.xml"/><Relationship Id="rId67" Type="http://schemas.openxmlformats.org/officeDocument/2006/relationships/tags" Target="../tags/tag57.xml"/><Relationship Id="rId20" Type="http://schemas.openxmlformats.org/officeDocument/2006/relationships/tags" Target="../tags/tag10.xml"/><Relationship Id="rId41" Type="http://schemas.openxmlformats.org/officeDocument/2006/relationships/tags" Target="../tags/tag31.xml"/><Relationship Id="rId62" Type="http://schemas.openxmlformats.org/officeDocument/2006/relationships/tags" Target="../tags/tag52.xml"/><Relationship Id="rId83" Type="http://schemas.openxmlformats.org/officeDocument/2006/relationships/tags" Target="../tags/tag73.xml"/><Relationship Id="rId88" Type="http://schemas.openxmlformats.org/officeDocument/2006/relationships/tags" Target="../tags/tag78.xml"/><Relationship Id="rId111" Type="http://schemas.openxmlformats.org/officeDocument/2006/relationships/tags" Target="../tags/tag10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10" Type="http://schemas.openxmlformats.org/officeDocument/2006/relationships/theme" Target="../theme/theme3.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4.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154737-1C14-FD11-47DB-A35F6D41E8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A3A06A7-9EAA-5898-E34D-4CA0DA76E2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2C51333-7D62-7707-8E89-DFDC84D917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AA2C4D-4A70-40CD-B142-B0A344DAEA21}"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73989582-D3D0-0DDA-077F-900FC08EB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DF94B2B-6B83-2725-FC20-461CD8EAA6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033C7E-6C66-46D0-9780-7529E3EFD101}" type="slidenum">
              <a:rPr lang="fr-FR" smtClean="0"/>
              <a:t>‹N°›</a:t>
            </a:fld>
            <a:endParaRPr lang="fr-FR"/>
          </a:p>
        </p:txBody>
      </p:sp>
    </p:spTree>
    <p:extLst>
      <p:ext uri="{BB962C8B-B14F-4D97-AF65-F5344CB8AC3E}">
        <p14:creationId xmlns:p14="http://schemas.microsoft.com/office/powerpoint/2010/main" val="140196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XX/XX/XXXX</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r>
              <a:rPr lang="fr-FR"/>
              <a:t>Intitulé de la direction/service interministérielle</a:t>
            </a: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grpSp>
        <p:nvGrpSpPr>
          <p:cNvPr id="7" name="Harvey 100" hidden="1">
            <a:extLst>
              <a:ext uri="{FF2B5EF4-FFF2-40B4-BE49-F238E27FC236}">
                <a16:creationId xmlns:a16="http://schemas.microsoft.com/office/drawing/2014/main" id="{4776B7CA-7A9C-869C-B8D3-F3BB71AA6266}"/>
              </a:ext>
            </a:extLst>
          </p:cNvPr>
          <p:cNvGrpSpPr/>
          <p:nvPr userDrawn="1">
            <p:custDataLst>
              <p:tags r:id="rId11"/>
            </p:custDataLst>
          </p:nvPr>
        </p:nvGrpSpPr>
        <p:grpSpPr>
          <a:xfrm>
            <a:off x="12319000" y="0"/>
            <a:ext cx="292608" cy="292608"/>
            <a:chOff x="4334905" y="3282696"/>
            <a:chExt cx="292608" cy="292608"/>
          </a:xfrm>
        </p:grpSpPr>
        <p:sp>
          <p:nvSpPr>
            <p:cNvPr id="8" name="Harvey 0/100 [0]" hidden="1">
              <a:extLst>
                <a:ext uri="{FF2B5EF4-FFF2-40B4-BE49-F238E27FC236}">
                  <a16:creationId xmlns:a16="http://schemas.microsoft.com/office/drawing/2014/main" id="{E4E2B80D-A4BC-5249-6D8B-A98BFFA6CC53}"/>
                </a:ext>
              </a:extLst>
            </p:cNvPr>
            <p:cNvSpPr>
              <a:spLocks noChangeAspect="1"/>
            </p:cNvSpPr>
            <p:nvPr>
              <p:custDataLst>
                <p:tags r:id="rId12"/>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solidFill>
              <a:schemeClr val="tx1"/>
            </a:solidFill>
            <a:ln w="19050" cmpd="sng">
              <a:solidFill>
                <a:schemeClr val="tx1"/>
              </a:solidFill>
            </a:ln>
          </p:spPr>
          <p:txBody>
            <a:bodyPr/>
            <a:lstStyle/>
            <a:p>
              <a:endParaRPr lang="fr-FR"/>
            </a:p>
          </p:txBody>
        </p:sp>
        <p:sp>
          <p:nvSpPr>
            <p:cNvPr id="9" name="Harvey 1/100 [1]" hidden="1">
              <a:extLst>
                <a:ext uri="{FF2B5EF4-FFF2-40B4-BE49-F238E27FC236}">
                  <a16:creationId xmlns:a16="http://schemas.microsoft.com/office/drawing/2014/main" id="{9674CDF1-DF64-AA76-1022-A64432001744}"/>
                </a:ext>
              </a:extLst>
            </p:cNvPr>
            <p:cNvSpPr>
              <a:spLocks noChangeAspect="1"/>
            </p:cNvSpPr>
            <p:nvPr>
              <p:custDataLst>
                <p:tags r:id="rId13"/>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solidFill>
              <a:schemeClr val="tx1"/>
            </a:solidFill>
            <a:ln w="19050" cmpd="sng">
              <a:solidFill>
                <a:schemeClr val="tx1"/>
              </a:solidFill>
            </a:ln>
          </p:spPr>
          <p:txBody>
            <a:bodyPr/>
            <a:lstStyle/>
            <a:p>
              <a:endParaRPr lang="fr-FR"/>
            </a:p>
          </p:txBody>
        </p:sp>
        <p:sp>
          <p:nvSpPr>
            <p:cNvPr id="10" name="Harvey 2/100 [2]" hidden="1">
              <a:extLst>
                <a:ext uri="{FF2B5EF4-FFF2-40B4-BE49-F238E27FC236}">
                  <a16:creationId xmlns:a16="http://schemas.microsoft.com/office/drawing/2014/main" id="{6E7CD32A-948C-73D3-DB5F-821AC47B93DE}"/>
                </a:ext>
              </a:extLst>
            </p:cNvPr>
            <p:cNvSpPr>
              <a:spLocks noChangeAspect="1"/>
            </p:cNvSpPr>
            <p:nvPr>
              <p:custDataLst>
                <p:tags r:id="rId14"/>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solidFill>
              <a:schemeClr val="tx1"/>
            </a:solidFill>
            <a:ln w="19050" cmpd="sng">
              <a:solidFill>
                <a:schemeClr val="tx1"/>
              </a:solidFill>
            </a:ln>
          </p:spPr>
          <p:txBody>
            <a:bodyPr/>
            <a:lstStyle/>
            <a:p>
              <a:endParaRPr lang="fr-FR"/>
            </a:p>
          </p:txBody>
        </p:sp>
        <p:sp>
          <p:nvSpPr>
            <p:cNvPr id="11" name="Harvey 3/100 [3]" hidden="1">
              <a:extLst>
                <a:ext uri="{FF2B5EF4-FFF2-40B4-BE49-F238E27FC236}">
                  <a16:creationId xmlns:a16="http://schemas.microsoft.com/office/drawing/2014/main" id="{FFAF9D49-7B1A-8F60-F925-C888528039D5}"/>
                </a:ext>
              </a:extLst>
            </p:cNvPr>
            <p:cNvSpPr>
              <a:spLocks noChangeAspect="1"/>
            </p:cNvSpPr>
            <p:nvPr>
              <p:custDataLst>
                <p:tags r:id="rId15"/>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solidFill>
              <a:schemeClr val="tx1"/>
            </a:solidFill>
            <a:ln w="19050" cmpd="sng">
              <a:solidFill>
                <a:schemeClr val="tx1"/>
              </a:solidFill>
            </a:ln>
          </p:spPr>
          <p:txBody>
            <a:bodyPr/>
            <a:lstStyle/>
            <a:p>
              <a:endParaRPr lang="fr-FR"/>
            </a:p>
          </p:txBody>
        </p:sp>
        <p:sp>
          <p:nvSpPr>
            <p:cNvPr id="12" name="Harvey 4/100 [4]" hidden="1">
              <a:extLst>
                <a:ext uri="{FF2B5EF4-FFF2-40B4-BE49-F238E27FC236}">
                  <a16:creationId xmlns:a16="http://schemas.microsoft.com/office/drawing/2014/main" id="{984558FD-B85B-5770-CCD8-2AAC31B92E00}"/>
                </a:ext>
              </a:extLst>
            </p:cNvPr>
            <p:cNvSpPr>
              <a:spLocks noChangeAspect="1"/>
            </p:cNvSpPr>
            <p:nvPr>
              <p:custDataLst>
                <p:tags r:id="rId16"/>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solidFill>
              <a:schemeClr val="tx1"/>
            </a:solidFill>
            <a:ln w="19050" cmpd="sng">
              <a:solidFill>
                <a:schemeClr val="tx1"/>
              </a:solidFill>
            </a:ln>
          </p:spPr>
          <p:txBody>
            <a:bodyPr/>
            <a:lstStyle/>
            <a:p>
              <a:endParaRPr lang="fr-FR"/>
            </a:p>
          </p:txBody>
        </p:sp>
        <p:sp>
          <p:nvSpPr>
            <p:cNvPr id="13" name="Harvey 5/100 [5]" hidden="1">
              <a:extLst>
                <a:ext uri="{FF2B5EF4-FFF2-40B4-BE49-F238E27FC236}">
                  <a16:creationId xmlns:a16="http://schemas.microsoft.com/office/drawing/2014/main" id="{0D2C09AE-B3C9-B4F8-F368-2236DAEFDB03}"/>
                </a:ext>
              </a:extLst>
            </p:cNvPr>
            <p:cNvSpPr>
              <a:spLocks noChangeAspect="1"/>
            </p:cNvSpPr>
            <p:nvPr>
              <p:custDataLst>
                <p:tags r:id="rId17"/>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solidFill>
              <a:schemeClr val="tx1"/>
            </a:solidFill>
            <a:ln w="19050" cmpd="sng">
              <a:solidFill>
                <a:schemeClr val="tx1"/>
              </a:solidFill>
            </a:ln>
          </p:spPr>
          <p:txBody>
            <a:bodyPr/>
            <a:lstStyle/>
            <a:p>
              <a:endParaRPr lang="fr-FR"/>
            </a:p>
          </p:txBody>
        </p:sp>
        <p:sp>
          <p:nvSpPr>
            <p:cNvPr id="14" name="Harvey 6/100 [6]" hidden="1">
              <a:extLst>
                <a:ext uri="{FF2B5EF4-FFF2-40B4-BE49-F238E27FC236}">
                  <a16:creationId xmlns:a16="http://schemas.microsoft.com/office/drawing/2014/main" id="{48923CB1-BDFC-2BF5-A540-B10486FB8F5E}"/>
                </a:ext>
              </a:extLst>
            </p:cNvPr>
            <p:cNvSpPr>
              <a:spLocks noChangeAspect="1"/>
            </p:cNvSpPr>
            <p:nvPr>
              <p:custDataLst>
                <p:tags r:id="rId18"/>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solidFill>
              <a:schemeClr val="tx1"/>
            </a:solidFill>
            <a:ln w="19050" cmpd="sng">
              <a:solidFill>
                <a:schemeClr val="tx1"/>
              </a:solidFill>
            </a:ln>
          </p:spPr>
          <p:txBody>
            <a:bodyPr/>
            <a:lstStyle/>
            <a:p>
              <a:endParaRPr lang="fr-FR"/>
            </a:p>
          </p:txBody>
        </p:sp>
        <p:sp>
          <p:nvSpPr>
            <p:cNvPr id="15" name="Harvey 7/100 [7]" hidden="1">
              <a:extLst>
                <a:ext uri="{FF2B5EF4-FFF2-40B4-BE49-F238E27FC236}">
                  <a16:creationId xmlns:a16="http://schemas.microsoft.com/office/drawing/2014/main" id="{2910927A-B374-9947-994F-67DD33C81A81}"/>
                </a:ext>
              </a:extLst>
            </p:cNvPr>
            <p:cNvSpPr>
              <a:spLocks noChangeAspect="1"/>
            </p:cNvSpPr>
            <p:nvPr>
              <p:custDataLst>
                <p:tags r:id="rId19"/>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solidFill>
              <a:schemeClr val="tx1"/>
            </a:solidFill>
            <a:ln w="19050" cmpd="sng">
              <a:solidFill>
                <a:schemeClr val="tx1"/>
              </a:solidFill>
            </a:ln>
          </p:spPr>
          <p:txBody>
            <a:bodyPr/>
            <a:lstStyle/>
            <a:p>
              <a:endParaRPr lang="fr-FR"/>
            </a:p>
          </p:txBody>
        </p:sp>
        <p:sp>
          <p:nvSpPr>
            <p:cNvPr id="16" name="Harvey 8/100 [8]" hidden="1">
              <a:extLst>
                <a:ext uri="{FF2B5EF4-FFF2-40B4-BE49-F238E27FC236}">
                  <a16:creationId xmlns:a16="http://schemas.microsoft.com/office/drawing/2014/main" id="{3D280032-C4F0-0BF9-E7E2-3E1072E14F56}"/>
                </a:ext>
              </a:extLst>
            </p:cNvPr>
            <p:cNvSpPr>
              <a:spLocks noChangeAspect="1"/>
            </p:cNvSpPr>
            <p:nvPr>
              <p:custDataLst>
                <p:tags r:id="rId20"/>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solidFill>
              <a:schemeClr val="tx1"/>
            </a:solidFill>
            <a:ln w="19050" cmpd="sng">
              <a:solidFill>
                <a:schemeClr val="tx1"/>
              </a:solidFill>
            </a:ln>
          </p:spPr>
          <p:txBody>
            <a:bodyPr/>
            <a:lstStyle/>
            <a:p>
              <a:endParaRPr lang="fr-FR"/>
            </a:p>
          </p:txBody>
        </p:sp>
        <p:sp>
          <p:nvSpPr>
            <p:cNvPr id="17" name="Harvey 9/100 [9]" hidden="1">
              <a:extLst>
                <a:ext uri="{FF2B5EF4-FFF2-40B4-BE49-F238E27FC236}">
                  <a16:creationId xmlns:a16="http://schemas.microsoft.com/office/drawing/2014/main" id="{C0B40CF2-CDCC-EA84-BE42-A4D4ED46F4C5}"/>
                </a:ext>
              </a:extLst>
            </p:cNvPr>
            <p:cNvSpPr>
              <a:spLocks noChangeAspect="1"/>
            </p:cNvSpPr>
            <p:nvPr>
              <p:custDataLst>
                <p:tags r:id="rId21"/>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solidFill>
              <a:schemeClr val="tx1"/>
            </a:solidFill>
            <a:ln w="19050" cmpd="sng">
              <a:solidFill>
                <a:schemeClr val="tx1"/>
              </a:solidFill>
            </a:ln>
          </p:spPr>
          <p:txBody>
            <a:bodyPr/>
            <a:lstStyle/>
            <a:p>
              <a:endParaRPr lang="fr-FR"/>
            </a:p>
          </p:txBody>
        </p:sp>
        <p:sp>
          <p:nvSpPr>
            <p:cNvPr id="18" name="Harvey 10/100 [10]" hidden="1">
              <a:extLst>
                <a:ext uri="{FF2B5EF4-FFF2-40B4-BE49-F238E27FC236}">
                  <a16:creationId xmlns:a16="http://schemas.microsoft.com/office/drawing/2014/main" id="{DDB68D64-C0BE-5EF7-6040-38E7411A6428}"/>
                </a:ext>
              </a:extLst>
            </p:cNvPr>
            <p:cNvSpPr>
              <a:spLocks noChangeAspect="1"/>
            </p:cNvSpPr>
            <p:nvPr>
              <p:custDataLst>
                <p:tags r:id="rId22"/>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solidFill>
              <a:schemeClr val="tx1"/>
            </a:solidFill>
            <a:ln w="19050" cmpd="sng">
              <a:solidFill>
                <a:schemeClr val="tx1"/>
              </a:solidFill>
            </a:ln>
          </p:spPr>
          <p:txBody>
            <a:bodyPr/>
            <a:lstStyle/>
            <a:p>
              <a:endParaRPr lang="fr-FR"/>
            </a:p>
          </p:txBody>
        </p:sp>
        <p:sp>
          <p:nvSpPr>
            <p:cNvPr id="19" name="Harvey 11/100 [11]" hidden="1">
              <a:extLst>
                <a:ext uri="{FF2B5EF4-FFF2-40B4-BE49-F238E27FC236}">
                  <a16:creationId xmlns:a16="http://schemas.microsoft.com/office/drawing/2014/main" id="{9A069B1C-72D8-927F-F844-F4227AF6F08F}"/>
                </a:ext>
              </a:extLst>
            </p:cNvPr>
            <p:cNvSpPr>
              <a:spLocks noChangeAspect="1"/>
            </p:cNvSpPr>
            <p:nvPr>
              <p:custDataLst>
                <p:tags r:id="rId23"/>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solidFill>
              <a:schemeClr val="tx1"/>
            </a:solidFill>
            <a:ln w="19050" cmpd="sng">
              <a:solidFill>
                <a:schemeClr val="tx1"/>
              </a:solidFill>
            </a:ln>
          </p:spPr>
          <p:txBody>
            <a:bodyPr/>
            <a:lstStyle/>
            <a:p>
              <a:endParaRPr lang="fr-FR"/>
            </a:p>
          </p:txBody>
        </p:sp>
        <p:sp>
          <p:nvSpPr>
            <p:cNvPr id="20" name="Harvey 12/100 [12]" hidden="1">
              <a:extLst>
                <a:ext uri="{FF2B5EF4-FFF2-40B4-BE49-F238E27FC236}">
                  <a16:creationId xmlns:a16="http://schemas.microsoft.com/office/drawing/2014/main" id="{2ACE6E6B-D3E9-F87D-F3BE-DD5852EDE582}"/>
                </a:ext>
              </a:extLst>
            </p:cNvPr>
            <p:cNvSpPr>
              <a:spLocks noChangeAspect="1"/>
            </p:cNvSpPr>
            <p:nvPr>
              <p:custDataLst>
                <p:tags r:id="rId24"/>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solidFill>
              <a:schemeClr val="tx1"/>
            </a:solidFill>
            <a:ln w="19050" cmpd="sng">
              <a:solidFill>
                <a:schemeClr val="tx1"/>
              </a:solidFill>
            </a:ln>
          </p:spPr>
          <p:txBody>
            <a:bodyPr/>
            <a:lstStyle/>
            <a:p>
              <a:endParaRPr lang="fr-FR"/>
            </a:p>
          </p:txBody>
        </p:sp>
        <p:sp>
          <p:nvSpPr>
            <p:cNvPr id="21" name="Harvey 13/100 [13]" hidden="1">
              <a:extLst>
                <a:ext uri="{FF2B5EF4-FFF2-40B4-BE49-F238E27FC236}">
                  <a16:creationId xmlns:a16="http://schemas.microsoft.com/office/drawing/2014/main" id="{779219C7-0F2E-EAC6-9582-0BB6E395873D}"/>
                </a:ext>
              </a:extLst>
            </p:cNvPr>
            <p:cNvSpPr>
              <a:spLocks noChangeAspect="1"/>
            </p:cNvSpPr>
            <p:nvPr>
              <p:custDataLst>
                <p:tags r:id="rId25"/>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solidFill>
              <a:schemeClr val="tx1"/>
            </a:solidFill>
            <a:ln w="19050" cmpd="sng">
              <a:solidFill>
                <a:schemeClr val="tx1"/>
              </a:solidFill>
            </a:ln>
          </p:spPr>
          <p:txBody>
            <a:bodyPr/>
            <a:lstStyle/>
            <a:p>
              <a:endParaRPr lang="fr-FR"/>
            </a:p>
          </p:txBody>
        </p:sp>
        <p:sp>
          <p:nvSpPr>
            <p:cNvPr id="22" name="Harvey 14/100 [14]" hidden="1">
              <a:extLst>
                <a:ext uri="{FF2B5EF4-FFF2-40B4-BE49-F238E27FC236}">
                  <a16:creationId xmlns:a16="http://schemas.microsoft.com/office/drawing/2014/main" id="{C3A1902F-377C-DA5C-F932-423816573C2F}"/>
                </a:ext>
              </a:extLst>
            </p:cNvPr>
            <p:cNvSpPr>
              <a:spLocks noChangeAspect="1"/>
            </p:cNvSpPr>
            <p:nvPr>
              <p:custDataLst>
                <p:tags r:id="rId26"/>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solidFill>
              <a:schemeClr val="tx1"/>
            </a:solidFill>
            <a:ln w="19050" cmpd="sng">
              <a:solidFill>
                <a:schemeClr val="tx1"/>
              </a:solidFill>
            </a:ln>
          </p:spPr>
          <p:txBody>
            <a:bodyPr/>
            <a:lstStyle/>
            <a:p>
              <a:endParaRPr lang="fr-FR"/>
            </a:p>
          </p:txBody>
        </p:sp>
        <p:sp>
          <p:nvSpPr>
            <p:cNvPr id="23" name="Harvey 15/100 [15]" hidden="1">
              <a:extLst>
                <a:ext uri="{FF2B5EF4-FFF2-40B4-BE49-F238E27FC236}">
                  <a16:creationId xmlns:a16="http://schemas.microsoft.com/office/drawing/2014/main" id="{181B1784-7460-F89F-B69D-4C5694DCAC4F}"/>
                </a:ext>
              </a:extLst>
            </p:cNvPr>
            <p:cNvSpPr>
              <a:spLocks noChangeAspect="1"/>
            </p:cNvSpPr>
            <p:nvPr>
              <p:custDataLst>
                <p:tags r:id="rId27"/>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solidFill>
              <a:schemeClr val="tx1"/>
            </a:solidFill>
            <a:ln w="19050" cmpd="sng">
              <a:solidFill>
                <a:schemeClr val="tx1"/>
              </a:solidFill>
            </a:ln>
          </p:spPr>
          <p:txBody>
            <a:bodyPr/>
            <a:lstStyle/>
            <a:p>
              <a:endParaRPr lang="fr-FR"/>
            </a:p>
          </p:txBody>
        </p:sp>
        <p:sp>
          <p:nvSpPr>
            <p:cNvPr id="24" name="Harvey 16/100 [16]" hidden="1">
              <a:extLst>
                <a:ext uri="{FF2B5EF4-FFF2-40B4-BE49-F238E27FC236}">
                  <a16:creationId xmlns:a16="http://schemas.microsoft.com/office/drawing/2014/main" id="{30550B49-90BA-A11D-2996-1417A1CE8CCE}"/>
                </a:ext>
              </a:extLst>
            </p:cNvPr>
            <p:cNvSpPr>
              <a:spLocks noChangeAspect="1"/>
            </p:cNvSpPr>
            <p:nvPr>
              <p:custDataLst>
                <p:tags r:id="rId28"/>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solidFill>
              <a:schemeClr val="tx1"/>
            </a:solidFill>
            <a:ln w="19050" cmpd="sng">
              <a:solidFill>
                <a:schemeClr val="tx1"/>
              </a:solidFill>
            </a:ln>
          </p:spPr>
          <p:txBody>
            <a:bodyPr/>
            <a:lstStyle/>
            <a:p>
              <a:endParaRPr lang="fr-FR"/>
            </a:p>
          </p:txBody>
        </p:sp>
        <p:sp>
          <p:nvSpPr>
            <p:cNvPr id="25" name="Harvey 17/100 [17]" hidden="1">
              <a:extLst>
                <a:ext uri="{FF2B5EF4-FFF2-40B4-BE49-F238E27FC236}">
                  <a16:creationId xmlns:a16="http://schemas.microsoft.com/office/drawing/2014/main" id="{528A88C0-0A2A-D118-C20C-6EF25A79C902}"/>
                </a:ext>
              </a:extLst>
            </p:cNvPr>
            <p:cNvSpPr>
              <a:spLocks noChangeAspect="1"/>
            </p:cNvSpPr>
            <p:nvPr>
              <p:custDataLst>
                <p:tags r:id="rId29"/>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solidFill>
              <a:schemeClr val="tx1"/>
            </a:solidFill>
            <a:ln w="19050" cmpd="sng">
              <a:solidFill>
                <a:schemeClr val="tx1"/>
              </a:solidFill>
            </a:ln>
          </p:spPr>
          <p:txBody>
            <a:bodyPr/>
            <a:lstStyle/>
            <a:p>
              <a:endParaRPr lang="fr-FR"/>
            </a:p>
          </p:txBody>
        </p:sp>
        <p:sp>
          <p:nvSpPr>
            <p:cNvPr id="26" name="Harvey 18/100 [18]" hidden="1">
              <a:extLst>
                <a:ext uri="{FF2B5EF4-FFF2-40B4-BE49-F238E27FC236}">
                  <a16:creationId xmlns:a16="http://schemas.microsoft.com/office/drawing/2014/main" id="{E2C891BE-5D7C-EBA3-052D-31C937533135}"/>
                </a:ext>
              </a:extLst>
            </p:cNvPr>
            <p:cNvSpPr>
              <a:spLocks noChangeAspect="1"/>
            </p:cNvSpPr>
            <p:nvPr>
              <p:custDataLst>
                <p:tags r:id="rId30"/>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solidFill>
              <a:schemeClr val="tx1"/>
            </a:solidFill>
            <a:ln w="19050" cmpd="sng">
              <a:solidFill>
                <a:schemeClr val="tx1"/>
              </a:solidFill>
            </a:ln>
          </p:spPr>
          <p:txBody>
            <a:bodyPr/>
            <a:lstStyle/>
            <a:p>
              <a:endParaRPr lang="fr-FR"/>
            </a:p>
          </p:txBody>
        </p:sp>
        <p:sp>
          <p:nvSpPr>
            <p:cNvPr id="27" name="Harvey 19/100 [19]" hidden="1">
              <a:extLst>
                <a:ext uri="{FF2B5EF4-FFF2-40B4-BE49-F238E27FC236}">
                  <a16:creationId xmlns:a16="http://schemas.microsoft.com/office/drawing/2014/main" id="{4C46D7E4-98AD-59C2-CD7D-7181DC6734F4}"/>
                </a:ext>
              </a:extLst>
            </p:cNvPr>
            <p:cNvSpPr>
              <a:spLocks noChangeAspect="1"/>
            </p:cNvSpPr>
            <p:nvPr>
              <p:custDataLst>
                <p:tags r:id="rId31"/>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solidFill>
              <a:schemeClr val="tx1"/>
            </a:solidFill>
            <a:ln w="19050" cmpd="sng">
              <a:solidFill>
                <a:schemeClr val="tx1"/>
              </a:solidFill>
            </a:ln>
          </p:spPr>
          <p:txBody>
            <a:bodyPr/>
            <a:lstStyle/>
            <a:p>
              <a:endParaRPr lang="fr-FR"/>
            </a:p>
          </p:txBody>
        </p:sp>
        <p:sp>
          <p:nvSpPr>
            <p:cNvPr id="28" name="Harvey 20/100 [20]" hidden="1">
              <a:extLst>
                <a:ext uri="{FF2B5EF4-FFF2-40B4-BE49-F238E27FC236}">
                  <a16:creationId xmlns:a16="http://schemas.microsoft.com/office/drawing/2014/main" id="{8EBB14CC-EB5E-F84D-7552-EB1CE4A16575}"/>
                </a:ext>
              </a:extLst>
            </p:cNvPr>
            <p:cNvSpPr>
              <a:spLocks noChangeAspect="1"/>
            </p:cNvSpPr>
            <p:nvPr>
              <p:custDataLst>
                <p:tags r:id="rId32"/>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solidFill>
              <a:schemeClr val="tx1"/>
            </a:solidFill>
            <a:ln w="19050" cmpd="sng">
              <a:solidFill>
                <a:schemeClr val="tx1"/>
              </a:solidFill>
            </a:ln>
          </p:spPr>
          <p:txBody>
            <a:bodyPr/>
            <a:lstStyle/>
            <a:p>
              <a:endParaRPr lang="fr-FR"/>
            </a:p>
          </p:txBody>
        </p:sp>
        <p:sp>
          <p:nvSpPr>
            <p:cNvPr id="29" name="Harvey 21/100 [21]" hidden="1">
              <a:extLst>
                <a:ext uri="{FF2B5EF4-FFF2-40B4-BE49-F238E27FC236}">
                  <a16:creationId xmlns:a16="http://schemas.microsoft.com/office/drawing/2014/main" id="{F1560CDD-7B95-ADD1-1B62-B9739C869BCD}"/>
                </a:ext>
              </a:extLst>
            </p:cNvPr>
            <p:cNvSpPr>
              <a:spLocks noChangeAspect="1"/>
            </p:cNvSpPr>
            <p:nvPr>
              <p:custDataLst>
                <p:tags r:id="rId33"/>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solidFill>
              <a:schemeClr val="tx1"/>
            </a:solidFill>
            <a:ln w="19050" cmpd="sng">
              <a:solidFill>
                <a:schemeClr val="tx1"/>
              </a:solidFill>
            </a:ln>
          </p:spPr>
          <p:txBody>
            <a:bodyPr/>
            <a:lstStyle/>
            <a:p>
              <a:endParaRPr lang="fr-FR"/>
            </a:p>
          </p:txBody>
        </p:sp>
        <p:sp>
          <p:nvSpPr>
            <p:cNvPr id="30" name="Harvey 22/100 [22]" hidden="1">
              <a:extLst>
                <a:ext uri="{FF2B5EF4-FFF2-40B4-BE49-F238E27FC236}">
                  <a16:creationId xmlns:a16="http://schemas.microsoft.com/office/drawing/2014/main" id="{408794F3-CD25-EDC8-D0E8-3E83F27270AE}"/>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solidFill>
              <a:schemeClr val="tx1"/>
            </a:solidFill>
            <a:ln w="19050" cmpd="sng">
              <a:solidFill>
                <a:schemeClr val="tx1"/>
              </a:solidFill>
            </a:ln>
          </p:spPr>
          <p:txBody>
            <a:bodyPr/>
            <a:lstStyle/>
            <a:p>
              <a:endParaRPr lang="fr-FR"/>
            </a:p>
          </p:txBody>
        </p:sp>
        <p:sp>
          <p:nvSpPr>
            <p:cNvPr id="31" name="Harvey 23/100 [23]" hidden="1">
              <a:extLst>
                <a:ext uri="{FF2B5EF4-FFF2-40B4-BE49-F238E27FC236}">
                  <a16:creationId xmlns:a16="http://schemas.microsoft.com/office/drawing/2014/main" id="{C25A967C-3858-CCE4-C767-7282EDF8D380}"/>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solidFill>
              <a:schemeClr val="tx1"/>
            </a:solidFill>
            <a:ln w="19050" cmpd="sng">
              <a:solidFill>
                <a:schemeClr val="tx1"/>
              </a:solidFill>
            </a:ln>
          </p:spPr>
          <p:txBody>
            <a:bodyPr/>
            <a:lstStyle/>
            <a:p>
              <a:endParaRPr lang="fr-FR"/>
            </a:p>
          </p:txBody>
        </p:sp>
        <p:sp>
          <p:nvSpPr>
            <p:cNvPr id="32" name="Harvey 24/100 [24]" hidden="1">
              <a:extLst>
                <a:ext uri="{FF2B5EF4-FFF2-40B4-BE49-F238E27FC236}">
                  <a16:creationId xmlns:a16="http://schemas.microsoft.com/office/drawing/2014/main" id="{870CBFFC-C884-9DE7-510F-65E331A64F95}"/>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solidFill>
              <a:schemeClr val="tx1"/>
            </a:solidFill>
            <a:ln w="19050" cmpd="sng">
              <a:solidFill>
                <a:schemeClr val="tx1"/>
              </a:solidFill>
            </a:ln>
          </p:spPr>
          <p:txBody>
            <a:bodyPr/>
            <a:lstStyle/>
            <a:p>
              <a:endParaRPr lang="fr-FR"/>
            </a:p>
          </p:txBody>
        </p:sp>
        <p:sp>
          <p:nvSpPr>
            <p:cNvPr id="33" name="Harvey 25/100 [25]" hidden="1">
              <a:extLst>
                <a:ext uri="{FF2B5EF4-FFF2-40B4-BE49-F238E27FC236}">
                  <a16:creationId xmlns:a16="http://schemas.microsoft.com/office/drawing/2014/main" id="{642003C9-28C1-AE72-CA75-DAB05BDC349E}"/>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solidFill>
              <a:schemeClr val="tx1"/>
            </a:solidFill>
            <a:ln w="19050" cmpd="sng">
              <a:solidFill>
                <a:schemeClr val="tx1"/>
              </a:solidFill>
            </a:ln>
          </p:spPr>
          <p:txBody>
            <a:bodyPr/>
            <a:lstStyle/>
            <a:p>
              <a:endParaRPr lang="fr-FR"/>
            </a:p>
          </p:txBody>
        </p:sp>
        <p:sp>
          <p:nvSpPr>
            <p:cNvPr id="34" name="Harvey 26/100 [26]" hidden="1">
              <a:extLst>
                <a:ext uri="{FF2B5EF4-FFF2-40B4-BE49-F238E27FC236}">
                  <a16:creationId xmlns:a16="http://schemas.microsoft.com/office/drawing/2014/main" id="{CC0966E2-BB62-F222-3E15-7092C766FA41}"/>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solidFill>
              <a:schemeClr val="tx1"/>
            </a:solidFill>
            <a:ln w="19050" cmpd="sng">
              <a:solidFill>
                <a:schemeClr val="tx1"/>
              </a:solidFill>
            </a:ln>
          </p:spPr>
          <p:txBody>
            <a:bodyPr/>
            <a:lstStyle/>
            <a:p>
              <a:endParaRPr lang="fr-FR"/>
            </a:p>
          </p:txBody>
        </p:sp>
        <p:sp>
          <p:nvSpPr>
            <p:cNvPr id="35" name="Harvey 27/100 [27]" hidden="1">
              <a:extLst>
                <a:ext uri="{FF2B5EF4-FFF2-40B4-BE49-F238E27FC236}">
                  <a16:creationId xmlns:a16="http://schemas.microsoft.com/office/drawing/2014/main" id="{518EB5B9-6C30-2CA8-6237-6980F09C5DDF}"/>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solidFill>
              <a:schemeClr val="tx1"/>
            </a:solidFill>
            <a:ln w="19050" cmpd="sng">
              <a:solidFill>
                <a:schemeClr val="tx1"/>
              </a:solidFill>
            </a:ln>
          </p:spPr>
          <p:txBody>
            <a:bodyPr/>
            <a:lstStyle/>
            <a:p>
              <a:endParaRPr lang="fr-FR"/>
            </a:p>
          </p:txBody>
        </p:sp>
        <p:sp>
          <p:nvSpPr>
            <p:cNvPr id="36" name="Harvey 28/100 [28]" hidden="1">
              <a:extLst>
                <a:ext uri="{FF2B5EF4-FFF2-40B4-BE49-F238E27FC236}">
                  <a16:creationId xmlns:a16="http://schemas.microsoft.com/office/drawing/2014/main" id="{21210D7E-0CE3-BC7D-47FD-D6FB271D33D5}"/>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solidFill>
              <a:schemeClr val="tx1"/>
            </a:solidFill>
            <a:ln w="19050" cmpd="sng">
              <a:solidFill>
                <a:schemeClr val="tx1"/>
              </a:solidFill>
            </a:ln>
          </p:spPr>
          <p:txBody>
            <a:bodyPr/>
            <a:lstStyle/>
            <a:p>
              <a:endParaRPr lang="fr-FR"/>
            </a:p>
          </p:txBody>
        </p:sp>
        <p:sp>
          <p:nvSpPr>
            <p:cNvPr id="37" name="Harvey 29/100 [29]" hidden="1">
              <a:extLst>
                <a:ext uri="{FF2B5EF4-FFF2-40B4-BE49-F238E27FC236}">
                  <a16:creationId xmlns:a16="http://schemas.microsoft.com/office/drawing/2014/main" id="{EA8E085B-EAB8-35C2-A65F-181AEF53811C}"/>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solidFill>
              <a:schemeClr val="tx1"/>
            </a:solidFill>
            <a:ln w="19050" cmpd="sng">
              <a:solidFill>
                <a:schemeClr val="tx1"/>
              </a:solidFill>
            </a:ln>
          </p:spPr>
          <p:txBody>
            <a:bodyPr/>
            <a:lstStyle/>
            <a:p>
              <a:endParaRPr lang="fr-FR"/>
            </a:p>
          </p:txBody>
        </p:sp>
        <p:sp>
          <p:nvSpPr>
            <p:cNvPr id="38" name="Harvey 30/100 [30]" hidden="1">
              <a:extLst>
                <a:ext uri="{FF2B5EF4-FFF2-40B4-BE49-F238E27FC236}">
                  <a16:creationId xmlns:a16="http://schemas.microsoft.com/office/drawing/2014/main" id="{6D560B10-66EF-2A12-059C-EADBD7B396FC}"/>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solidFill>
              <a:schemeClr val="tx1"/>
            </a:solidFill>
            <a:ln w="19050" cmpd="sng">
              <a:solidFill>
                <a:schemeClr val="tx1"/>
              </a:solidFill>
            </a:ln>
          </p:spPr>
          <p:txBody>
            <a:bodyPr/>
            <a:lstStyle/>
            <a:p>
              <a:endParaRPr lang="fr-FR"/>
            </a:p>
          </p:txBody>
        </p:sp>
        <p:sp>
          <p:nvSpPr>
            <p:cNvPr id="39" name="Harvey 31/100 [31]" hidden="1">
              <a:extLst>
                <a:ext uri="{FF2B5EF4-FFF2-40B4-BE49-F238E27FC236}">
                  <a16:creationId xmlns:a16="http://schemas.microsoft.com/office/drawing/2014/main" id="{63EDDC79-286E-BF54-5E19-42BB2A146F09}"/>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solidFill>
              <a:schemeClr val="tx1"/>
            </a:solidFill>
            <a:ln w="19050" cmpd="sng">
              <a:solidFill>
                <a:schemeClr val="tx1"/>
              </a:solidFill>
            </a:ln>
          </p:spPr>
          <p:txBody>
            <a:bodyPr/>
            <a:lstStyle/>
            <a:p>
              <a:endParaRPr lang="fr-FR"/>
            </a:p>
          </p:txBody>
        </p:sp>
        <p:sp>
          <p:nvSpPr>
            <p:cNvPr id="40" name="Harvey 32/100 [32]" hidden="1">
              <a:extLst>
                <a:ext uri="{FF2B5EF4-FFF2-40B4-BE49-F238E27FC236}">
                  <a16:creationId xmlns:a16="http://schemas.microsoft.com/office/drawing/2014/main" id="{6AFA99FC-0AC8-7777-C593-5473E22F8D66}"/>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solidFill>
              <a:schemeClr val="tx1"/>
            </a:solidFill>
            <a:ln w="19050" cmpd="sng">
              <a:solidFill>
                <a:schemeClr val="tx1"/>
              </a:solidFill>
            </a:ln>
          </p:spPr>
          <p:txBody>
            <a:bodyPr/>
            <a:lstStyle/>
            <a:p>
              <a:endParaRPr lang="fr-FR"/>
            </a:p>
          </p:txBody>
        </p:sp>
        <p:sp>
          <p:nvSpPr>
            <p:cNvPr id="41" name="Harvey 33/100 [33]" hidden="1">
              <a:extLst>
                <a:ext uri="{FF2B5EF4-FFF2-40B4-BE49-F238E27FC236}">
                  <a16:creationId xmlns:a16="http://schemas.microsoft.com/office/drawing/2014/main" id="{817AE353-4C51-D327-45DE-5A846E1FFF7B}"/>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solidFill>
              <a:schemeClr val="tx1"/>
            </a:solidFill>
            <a:ln w="19050" cmpd="sng">
              <a:solidFill>
                <a:schemeClr val="tx1"/>
              </a:solidFill>
            </a:ln>
          </p:spPr>
          <p:txBody>
            <a:bodyPr/>
            <a:lstStyle/>
            <a:p>
              <a:endParaRPr lang="fr-FR"/>
            </a:p>
          </p:txBody>
        </p:sp>
        <p:sp>
          <p:nvSpPr>
            <p:cNvPr id="42" name="Harvey 34/100 [34]" hidden="1">
              <a:extLst>
                <a:ext uri="{FF2B5EF4-FFF2-40B4-BE49-F238E27FC236}">
                  <a16:creationId xmlns:a16="http://schemas.microsoft.com/office/drawing/2014/main" id="{F58F5992-E567-393E-E305-4FBF80B770FA}"/>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solidFill>
              <a:schemeClr val="tx1"/>
            </a:solidFill>
            <a:ln w="19050" cmpd="sng">
              <a:solidFill>
                <a:schemeClr val="tx1"/>
              </a:solidFill>
            </a:ln>
          </p:spPr>
          <p:txBody>
            <a:bodyPr/>
            <a:lstStyle/>
            <a:p>
              <a:endParaRPr lang="fr-FR"/>
            </a:p>
          </p:txBody>
        </p:sp>
        <p:sp>
          <p:nvSpPr>
            <p:cNvPr id="43" name="Harvey 35/100 [35]" hidden="1">
              <a:extLst>
                <a:ext uri="{FF2B5EF4-FFF2-40B4-BE49-F238E27FC236}">
                  <a16:creationId xmlns:a16="http://schemas.microsoft.com/office/drawing/2014/main" id="{716C8A35-30DE-9595-9B80-22C12047E3C0}"/>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solidFill>
              <a:schemeClr val="tx1"/>
            </a:solidFill>
            <a:ln w="19050" cmpd="sng">
              <a:solidFill>
                <a:schemeClr val="tx1"/>
              </a:solidFill>
            </a:ln>
          </p:spPr>
          <p:txBody>
            <a:bodyPr/>
            <a:lstStyle/>
            <a:p>
              <a:endParaRPr lang="fr-FR"/>
            </a:p>
          </p:txBody>
        </p:sp>
        <p:sp>
          <p:nvSpPr>
            <p:cNvPr id="44" name="Harvey 36/100 [36]" hidden="1">
              <a:extLst>
                <a:ext uri="{FF2B5EF4-FFF2-40B4-BE49-F238E27FC236}">
                  <a16:creationId xmlns:a16="http://schemas.microsoft.com/office/drawing/2014/main" id="{3578A6C2-99A7-4F26-7838-FE123251DD87}"/>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solidFill>
              <a:schemeClr val="tx1"/>
            </a:solidFill>
            <a:ln w="19050" cmpd="sng">
              <a:solidFill>
                <a:schemeClr val="tx1"/>
              </a:solidFill>
            </a:ln>
          </p:spPr>
          <p:txBody>
            <a:bodyPr/>
            <a:lstStyle/>
            <a:p>
              <a:endParaRPr lang="fr-FR"/>
            </a:p>
          </p:txBody>
        </p:sp>
        <p:sp>
          <p:nvSpPr>
            <p:cNvPr id="45" name="Harvey 37/100 [37]" hidden="1">
              <a:extLst>
                <a:ext uri="{FF2B5EF4-FFF2-40B4-BE49-F238E27FC236}">
                  <a16:creationId xmlns:a16="http://schemas.microsoft.com/office/drawing/2014/main" id="{1D671071-42E5-885A-FE97-42E10A3E5CD7}"/>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solidFill>
              <a:schemeClr val="tx1"/>
            </a:solidFill>
            <a:ln w="19050" cmpd="sng">
              <a:solidFill>
                <a:schemeClr val="tx1"/>
              </a:solidFill>
            </a:ln>
          </p:spPr>
          <p:txBody>
            <a:bodyPr/>
            <a:lstStyle/>
            <a:p>
              <a:endParaRPr lang="fr-FR"/>
            </a:p>
          </p:txBody>
        </p:sp>
        <p:sp>
          <p:nvSpPr>
            <p:cNvPr id="46" name="Harvey 38/100 [38]" hidden="1">
              <a:extLst>
                <a:ext uri="{FF2B5EF4-FFF2-40B4-BE49-F238E27FC236}">
                  <a16:creationId xmlns:a16="http://schemas.microsoft.com/office/drawing/2014/main" id="{0F9CFFD1-8F67-FEA3-175D-F8B9F8A32610}"/>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solidFill>
              <a:schemeClr val="tx1"/>
            </a:solidFill>
            <a:ln w="19050" cmpd="sng">
              <a:solidFill>
                <a:schemeClr val="tx1"/>
              </a:solidFill>
            </a:ln>
          </p:spPr>
          <p:txBody>
            <a:bodyPr/>
            <a:lstStyle/>
            <a:p>
              <a:endParaRPr lang="fr-FR"/>
            </a:p>
          </p:txBody>
        </p:sp>
        <p:sp>
          <p:nvSpPr>
            <p:cNvPr id="47" name="Harvey 39/100 [39]" hidden="1">
              <a:extLst>
                <a:ext uri="{FF2B5EF4-FFF2-40B4-BE49-F238E27FC236}">
                  <a16:creationId xmlns:a16="http://schemas.microsoft.com/office/drawing/2014/main" id="{7CA0CC5B-9C7B-E9D5-1F92-6AA83FD1D18C}"/>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solidFill>
              <a:schemeClr val="tx1"/>
            </a:solidFill>
            <a:ln w="19050" cmpd="sng">
              <a:solidFill>
                <a:schemeClr val="tx1"/>
              </a:solidFill>
            </a:ln>
          </p:spPr>
          <p:txBody>
            <a:bodyPr/>
            <a:lstStyle/>
            <a:p>
              <a:endParaRPr lang="fr-FR"/>
            </a:p>
          </p:txBody>
        </p:sp>
        <p:sp>
          <p:nvSpPr>
            <p:cNvPr id="48" name="Harvey 40/100 [40]" hidden="1">
              <a:extLst>
                <a:ext uri="{FF2B5EF4-FFF2-40B4-BE49-F238E27FC236}">
                  <a16:creationId xmlns:a16="http://schemas.microsoft.com/office/drawing/2014/main" id="{17AB3DD4-9BAE-D9B5-25CD-3076AE457605}"/>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solidFill>
              <a:schemeClr val="tx1"/>
            </a:solidFill>
            <a:ln w="19050" cmpd="sng">
              <a:solidFill>
                <a:schemeClr val="tx1"/>
              </a:solidFill>
            </a:ln>
          </p:spPr>
          <p:txBody>
            <a:bodyPr/>
            <a:lstStyle/>
            <a:p>
              <a:endParaRPr lang="fr-FR"/>
            </a:p>
          </p:txBody>
        </p:sp>
        <p:sp>
          <p:nvSpPr>
            <p:cNvPr id="49" name="Harvey 41/100 [41]" hidden="1">
              <a:extLst>
                <a:ext uri="{FF2B5EF4-FFF2-40B4-BE49-F238E27FC236}">
                  <a16:creationId xmlns:a16="http://schemas.microsoft.com/office/drawing/2014/main" id="{BC74E8BE-FCBD-9184-7D5B-CB95E5AE23CD}"/>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solidFill>
              <a:schemeClr val="tx1"/>
            </a:solidFill>
            <a:ln w="19050" cmpd="sng">
              <a:solidFill>
                <a:schemeClr val="tx1"/>
              </a:solidFill>
            </a:ln>
          </p:spPr>
          <p:txBody>
            <a:bodyPr/>
            <a:lstStyle/>
            <a:p>
              <a:endParaRPr lang="fr-FR"/>
            </a:p>
          </p:txBody>
        </p:sp>
        <p:sp>
          <p:nvSpPr>
            <p:cNvPr id="50" name="Harvey 42/100 [42]" hidden="1">
              <a:extLst>
                <a:ext uri="{FF2B5EF4-FFF2-40B4-BE49-F238E27FC236}">
                  <a16:creationId xmlns:a16="http://schemas.microsoft.com/office/drawing/2014/main" id="{D72B211A-B735-C512-9F6C-694C6A845736}"/>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solidFill>
              <a:schemeClr val="tx1"/>
            </a:solidFill>
            <a:ln w="19050" cmpd="sng">
              <a:solidFill>
                <a:schemeClr val="tx1"/>
              </a:solidFill>
            </a:ln>
          </p:spPr>
          <p:txBody>
            <a:bodyPr/>
            <a:lstStyle/>
            <a:p>
              <a:endParaRPr lang="fr-FR"/>
            </a:p>
          </p:txBody>
        </p:sp>
        <p:sp>
          <p:nvSpPr>
            <p:cNvPr id="51" name="Harvey 43/100 [43]" hidden="1">
              <a:extLst>
                <a:ext uri="{FF2B5EF4-FFF2-40B4-BE49-F238E27FC236}">
                  <a16:creationId xmlns:a16="http://schemas.microsoft.com/office/drawing/2014/main" id="{43385FD5-4767-F1D8-3D7F-F35A3E203B7F}"/>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solidFill>
              <a:schemeClr val="tx1"/>
            </a:solidFill>
            <a:ln w="19050" cmpd="sng">
              <a:solidFill>
                <a:schemeClr val="tx1"/>
              </a:solidFill>
            </a:ln>
          </p:spPr>
          <p:txBody>
            <a:bodyPr/>
            <a:lstStyle/>
            <a:p>
              <a:endParaRPr lang="fr-FR"/>
            </a:p>
          </p:txBody>
        </p:sp>
        <p:sp>
          <p:nvSpPr>
            <p:cNvPr id="52" name="Harvey 44/100 [44]" hidden="1">
              <a:extLst>
                <a:ext uri="{FF2B5EF4-FFF2-40B4-BE49-F238E27FC236}">
                  <a16:creationId xmlns:a16="http://schemas.microsoft.com/office/drawing/2014/main" id="{E11C9259-9553-259A-7D88-42F9662C1318}"/>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solidFill>
              <a:schemeClr val="tx1"/>
            </a:solidFill>
            <a:ln w="19050" cmpd="sng">
              <a:solidFill>
                <a:schemeClr val="tx1"/>
              </a:solidFill>
            </a:ln>
          </p:spPr>
          <p:txBody>
            <a:bodyPr/>
            <a:lstStyle/>
            <a:p>
              <a:endParaRPr lang="fr-FR"/>
            </a:p>
          </p:txBody>
        </p:sp>
        <p:sp>
          <p:nvSpPr>
            <p:cNvPr id="53" name="Harvey 45/100 [45]" hidden="1">
              <a:extLst>
                <a:ext uri="{FF2B5EF4-FFF2-40B4-BE49-F238E27FC236}">
                  <a16:creationId xmlns:a16="http://schemas.microsoft.com/office/drawing/2014/main" id="{8D43AE44-9222-6D19-F394-320B81B6B22B}"/>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solidFill>
              <a:schemeClr val="tx1"/>
            </a:solidFill>
            <a:ln w="19050" cmpd="sng">
              <a:solidFill>
                <a:schemeClr val="tx1"/>
              </a:solidFill>
            </a:ln>
          </p:spPr>
          <p:txBody>
            <a:bodyPr/>
            <a:lstStyle/>
            <a:p>
              <a:endParaRPr lang="fr-FR"/>
            </a:p>
          </p:txBody>
        </p:sp>
        <p:sp>
          <p:nvSpPr>
            <p:cNvPr id="54" name="Harvey 46/100 [46]" hidden="1">
              <a:extLst>
                <a:ext uri="{FF2B5EF4-FFF2-40B4-BE49-F238E27FC236}">
                  <a16:creationId xmlns:a16="http://schemas.microsoft.com/office/drawing/2014/main" id="{15DD4999-1E9A-A4E4-C9F7-E0CA0924AA8A}"/>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solidFill>
              <a:schemeClr val="tx1"/>
            </a:solidFill>
            <a:ln w="19050" cmpd="sng">
              <a:solidFill>
                <a:schemeClr val="tx1"/>
              </a:solidFill>
            </a:ln>
          </p:spPr>
          <p:txBody>
            <a:bodyPr/>
            <a:lstStyle/>
            <a:p>
              <a:endParaRPr lang="fr-FR"/>
            </a:p>
          </p:txBody>
        </p:sp>
        <p:sp>
          <p:nvSpPr>
            <p:cNvPr id="55" name="Harvey 47/100 [47]" hidden="1">
              <a:extLst>
                <a:ext uri="{FF2B5EF4-FFF2-40B4-BE49-F238E27FC236}">
                  <a16:creationId xmlns:a16="http://schemas.microsoft.com/office/drawing/2014/main" id="{4A6D8312-B4B8-1AEA-2C70-BC34553CEE46}"/>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solidFill>
              <a:schemeClr val="tx1"/>
            </a:solidFill>
            <a:ln w="19050" cmpd="sng">
              <a:solidFill>
                <a:schemeClr val="tx1"/>
              </a:solidFill>
            </a:ln>
          </p:spPr>
          <p:txBody>
            <a:bodyPr/>
            <a:lstStyle/>
            <a:p>
              <a:endParaRPr lang="fr-FR"/>
            </a:p>
          </p:txBody>
        </p:sp>
        <p:sp>
          <p:nvSpPr>
            <p:cNvPr id="56" name="Harvey 48/100 [48]" hidden="1">
              <a:extLst>
                <a:ext uri="{FF2B5EF4-FFF2-40B4-BE49-F238E27FC236}">
                  <a16:creationId xmlns:a16="http://schemas.microsoft.com/office/drawing/2014/main" id="{BD992287-79A7-40D4-E63B-E2ACA7C92F64}"/>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solidFill>
              <a:schemeClr val="tx1"/>
            </a:solidFill>
            <a:ln w="19050" cmpd="sng">
              <a:solidFill>
                <a:schemeClr val="tx1"/>
              </a:solidFill>
            </a:ln>
          </p:spPr>
          <p:txBody>
            <a:bodyPr/>
            <a:lstStyle/>
            <a:p>
              <a:endParaRPr lang="fr-FR"/>
            </a:p>
          </p:txBody>
        </p:sp>
        <p:sp>
          <p:nvSpPr>
            <p:cNvPr id="57" name="Harvey 49/100 [49]" hidden="1">
              <a:extLst>
                <a:ext uri="{FF2B5EF4-FFF2-40B4-BE49-F238E27FC236}">
                  <a16:creationId xmlns:a16="http://schemas.microsoft.com/office/drawing/2014/main" id="{6AC7A893-99B3-60AE-F481-3B91C9A174CE}"/>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solidFill>
              <a:schemeClr val="tx1"/>
            </a:solidFill>
            <a:ln w="19050" cmpd="sng">
              <a:solidFill>
                <a:schemeClr val="tx1"/>
              </a:solidFill>
            </a:ln>
          </p:spPr>
          <p:txBody>
            <a:bodyPr/>
            <a:lstStyle/>
            <a:p>
              <a:endParaRPr lang="fr-FR"/>
            </a:p>
          </p:txBody>
        </p:sp>
        <p:sp>
          <p:nvSpPr>
            <p:cNvPr id="58" name="Harvey 50/100 [50]" hidden="1">
              <a:extLst>
                <a:ext uri="{FF2B5EF4-FFF2-40B4-BE49-F238E27FC236}">
                  <a16:creationId xmlns:a16="http://schemas.microsoft.com/office/drawing/2014/main" id="{7F0348A5-0A8E-B583-5BD9-61D7AC56C48E}"/>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solidFill>
              <a:schemeClr val="tx1"/>
            </a:solidFill>
            <a:ln w="19050" cmpd="sng">
              <a:solidFill>
                <a:schemeClr val="tx1"/>
              </a:solidFill>
            </a:ln>
          </p:spPr>
          <p:txBody>
            <a:bodyPr/>
            <a:lstStyle/>
            <a:p>
              <a:endParaRPr lang="fr-FR"/>
            </a:p>
          </p:txBody>
        </p:sp>
        <p:sp>
          <p:nvSpPr>
            <p:cNvPr id="59" name="Harvey 51/100 [51]" hidden="1">
              <a:extLst>
                <a:ext uri="{FF2B5EF4-FFF2-40B4-BE49-F238E27FC236}">
                  <a16:creationId xmlns:a16="http://schemas.microsoft.com/office/drawing/2014/main" id="{89106C09-94E0-E555-1252-64C07B3C72E6}"/>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solidFill>
              <a:schemeClr val="tx1"/>
            </a:solidFill>
            <a:ln w="19050" cmpd="sng">
              <a:solidFill>
                <a:schemeClr val="tx1"/>
              </a:solidFill>
            </a:ln>
          </p:spPr>
          <p:txBody>
            <a:bodyPr/>
            <a:lstStyle/>
            <a:p>
              <a:endParaRPr lang="fr-FR"/>
            </a:p>
          </p:txBody>
        </p:sp>
        <p:sp>
          <p:nvSpPr>
            <p:cNvPr id="60" name="Harvey 52/100 [52]" hidden="1">
              <a:extLst>
                <a:ext uri="{FF2B5EF4-FFF2-40B4-BE49-F238E27FC236}">
                  <a16:creationId xmlns:a16="http://schemas.microsoft.com/office/drawing/2014/main" id="{47F36681-7AB2-1D76-1866-2A6B3BB2759A}"/>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solidFill>
              <a:schemeClr val="tx1"/>
            </a:solidFill>
            <a:ln w="19050" cmpd="sng">
              <a:solidFill>
                <a:schemeClr val="tx1"/>
              </a:solidFill>
            </a:ln>
          </p:spPr>
          <p:txBody>
            <a:bodyPr/>
            <a:lstStyle/>
            <a:p>
              <a:endParaRPr lang="fr-FR"/>
            </a:p>
          </p:txBody>
        </p:sp>
        <p:sp>
          <p:nvSpPr>
            <p:cNvPr id="61" name="Harvey 53/100 [53]" hidden="1">
              <a:extLst>
                <a:ext uri="{FF2B5EF4-FFF2-40B4-BE49-F238E27FC236}">
                  <a16:creationId xmlns:a16="http://schemas.microsoft.com/office/drawing/2014/main" id="{7E98ACE9-EF70-C26C-5F44-CFFB99E74358}"/>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solidFill>
              <a:schemeClr val="tx1"/>
            </a:solidFill>
            <a:ln w="19050" cmpd="sng">
              <a:solidFill>
                <a:schemeClr val="tx1"/>
              </a:solidFill>
            </a:ln>
          </p:spPr>
          <p:txBody>
            <a:bodyPr/>
            <a:lstStyle/>
            <a:p>
              <a:endParaRPr lang="fr-FR"/>
            </a:p>
          </p:txBody>
        </p:sp>
        <p:sp>
          <p:nvSpPr>
            <p:cNvPr id="62" name="Harvey 54/100 [54]" hidden="1">
              <a:extLst>
                <a:ext uri="{FF2B5EF4-FFF2-40B4-BE49-F238E27FC236}">
                  <a16:creationId xmlns:a16="http://schemas.microsoft.com/office/drawing/2014/main" id="{8EB7D575-7B9B-0F65-DE22-4E3886281DD1}"/>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solidFill>
              <a:schemeClr val="tx1"/>
            </a:solidFill>
            <a:ln w="19050" cmpd="sng">
              <a:solidFill>
                <a:schemeClr val="tx1"/>
              </a:solidFill>
            </a:ln>
          </p:spPr>
          <p:txBody>
            <a:bodyPr/>
            <a:lstStyle/>
            <a:p>
              <a:endParaRPr lang="fr-FR"/>
            </a:p>
          </p:txBody>
        </p:sp>
        <p:sp>
          <p:nvSpPr>
            <p:cNvPr id="63" name="Harvey 55/100 [55]" hidden="1">
              <a:extLst>
                <a:ext uri="{FF2B5EF4-FFF2-40B4-BE49-F238E27FC236}">
                  <a16:creationId xmlns:a16="http://schemas.microsoft.com/office/drawing/2014/main" id="{C082089D-BF40-EAC8-D787-28DD8BF3FC9B}"/>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solidFill>
              <a:schemeClr val="tx1"/>
            </a:solidFill>
            <a:ln w="19050" cmpd="sng">
              <a:solidFill>
                <a:schemeClr val="tx1"/>
              </a:solidFill>
            </a:ln>
          </p:spPr>
          <p:txBody>
            <a:bodyPr/>
            <a:lstStyle/>
            <a:p>
              <a:endParaRPr lang="fr-FR"/>
            </a:p>
          </p:txBody>
        </p:sp>
        <p:sp>
          <p:nvSpPr>
            <p:cNvPr id="64" name="Harvey 56/100 [56]" hidden="1">
              <a:extLst>
                <a:ext uri="{FF2B5EF4-FFF2-40B4-BE49-F238E27FC236}">
                  <a16:creationId xmlns:a16="http://schemas.microsoft.com/office/drawing/2014/main" id="{B3B8C9CC-04E2-79E3-050C-6CC80C6FAF69}"/>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solidFill>
              <a:schemeClr val="tx1"/>
            </a:solidFill>
            <a:ln w="19050" cmpd="sng">
              <a:solidFill>
                <a:schemeClr val="tx1"/>
              </a:solidFill>
            </a:ln>
          </p:spPr>
          <p:txBody>
            <a:bodyPr/>
            <a:lstStyle/>
            <a:p>
              <a:endParaRPr lang="fr-FR"/>
            </a:p>
          </p:txBody>
        </p:sp>
        <p:sp>
          <p:nvSpPr>
            <p:cNvPr id="65" name="Harvey 57/100 [57]" hidden="1">
              <a:extLst>
                <a:ext uri="{FF2B5EF4-FFF2-40B4-BE49-F238E27FC236}">
                  <a16:creationId xmlns:a16="http://schemas.microsoft.com/office/drawing/2014/main" id="{910A2F57-8CE3-F4D8-6171-3BEA0253425C}"/>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solidFill>
              <a:schemeClr val="tx1"/>
            </a:solidFill>
            <a:ln w="19050" cmpd="sng">
              <a:solidFill>
                <a:schemeClr val="tx1"/>
              </a:solidFill>
            </a:ln>
          </p:spPr>
          <p:txBody>
            <a:bodyPr/>
            <a:lstStyle/>
            <a:p>
              <a:endParaRPr lang="fr-FR"/>
            </a:p>
          </p:txBody>
        </p:sp>
        <p:sp>
          <p:nvSpPr>
            <p:cNvPr id="66" name="Harvey 58/100 [58]" hidden="1">
              <a:extLst>
                <a:ext uri="{FF2B5EF4-FFF2-40B4-BE49-F238E27FC236}">
                  <a16:creationId xmlns:a16="http://schemas.microsoft.com/office/drawing/2014/main" id="{96ACD5F1-B830-D905-8FFF-5AE8E92103FD}"/>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solidFill>
              <a:schemeClr val="tx1"/>
            </a:solidFill>
            <a:ln w="19050" cmpd="sng">
              <a:solidFill>
                <a:schemeClr val="tx1"/>
              </a:solidFill>
            </a:ln>
          </p:spPr>
          <p:txBody>
            <a:bodyPr/>
            <a:lstStyle/>
            <a:p>
              <a:endParaRPr lang="fr-FR"/>
            </a:p>
          </p:txBody>
        </p:sp>
        <p:sp>
          <p:nvSpPr>
            <p:cNvPr id="67" name="Harvey 59/100 [59]" hidden="1">
              <a:extLst>
                <a:ext uri="{FF2B5EF4-FFF2-40B4-BE49-F238E27FC236}">
                  <a16:creationId xmlns:a16="http://schemas.microsoft.com/office/drawing/2014/main" id="{27C485A0-800C-6100-B441-9A992575D8CF}"/>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solidFill>
              <a:schemeClr val="tx1"/>
            </a:solidFill>
            <a:ln w="19050" cmpd="sng">
              <a:solidFill>
                <a:schemeClr val="tx1"/>
              </a:solidFill>
            </a:ln>
          </p:spPr>
          <p:txBody>
            <a:bodyPr/>
            <a:lstStyle/>
            <a:p>
              <a:endParaRPr lang="fr-FR"/>
            </a:p>
          </p:txBody>
        </p:sp>
        <p:sp>
          <p:nvSpPr>
            <p:cNvPr id="68" name="Harvey 60/100 [60]" hidden="1">
              <a:extLst>
                <a:ext uri="{FF2B5EF4-FFF2-40B4-BE49-F238E27FC236}">
                  <a16:creationId xmlns:a16="http://schemas.microsoft.com/office/drawing/2014/main" id="{55303B5A-7968-54E2-C131-BDF7FE7707E3}"/>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solidFill>
              <a:schemeClr val="tx1"/>
            </a:solidFill>
            <a:ln w="19050" cmpd="sng">
              <a:solidFill>
                <a:schemeClr val="tx1"/>
              </a:solidFill>
            </a:ln>
          </p:spPr>
          <p:txBody>
            <a:bodyPr/>
            <a:lstStyle/>
            <a:p>
              <a:endParaRPr lang="fr-FR"/>
            </a:p>
          </p:txBody>
        </p:sp>
        <p:sp>
          <p:nvSpPr>
            <p:cNvPr id="69" name="Harvey 61/100 [61]" hidden="1">
              <a:extLst>
                <a:ext uri="{FF2B5EF4-FFF2-40B4-BE49-F238E27FC236}">
                  <a16:creationId xmlns:a16="http://schemas.microsoft.com/office/drawing/2014/main" id="{237DE191-F97C-8936-471D-CA2BEC3A67B0}"/>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solidFill>
              <a:schemeClr val="tx1"/>
            </a:solidFill>
            <a:ln w="19050" cmpd="sng">
              <a:solidFill>
                <a:schemeClr val="tx1"/>
              </a:solidFill>
            </a:ln>
          </p:spPr>
          <p:txBody>
            <a:bodyPr/>
            <a:lstStyle/>
            <a:p>
              <a:endParaRPr lang="fr-FR"/>
            </a:p>
          </p:txBody>
        </p:sp>
        <p:sp>
          <p:nvSpPr>
            <p:cNvPr id="70" name="Harvey 62/100 [62]" hidden="1">
              <a:extLst>
                <a:ext uri="{FF2B5EF4-FFF2-40B4-BE49-F238E27FC236}">
                  <a16:creationId xmlns:a16="http://schemas.microsoft.com/office/drawing/2014/main" id="{9AC8A185-80D9-FFF2-B36F-78CDD628D9AC}"/>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solidFill>
              <a:schemeClr val="tx1"/>
            </a:solidFill>
            <a:ln w="19050" cmpd="sng">
              <a:solidFill>
                <a:schemeClr val="tx1"/>
              </a:solidFill>
            </a:ln>
          </p:spPr>
          <p:txBody>
            <a:bodyPr/>
            <a:lstStyle/>
            <a:p>
              <a:endParaRPr lang="fr-FR"/>
            </a:p>
          </p:txBody>
        </p:sp>
        <p:sp>
          <p:nvSpPr>
            <p:cNvPr id="71" name="Harvey 63/100 [63]" hidden="1">
              <a:extLst>
                <a:ext uri="{FF2B5EF4-FFF2-40B4-BE49-F238E27FC236}">
                  <a16:creationId xmlns:a16="http://schemas.microsoft.com/office/drawing/2014/main" id="{C7FF8A45-E28C-1906-71C9-1296F61A17AB}"/>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solidFill>
              <a:schemeClr val="tx1"/>
            </a:solidFill>
            <a:ln w="19050" cmpd="sng">
              <a:solidFill>
                <a:schemeClr val="tx1"/>
              </a:solidFill>
            </a:ln>
          </p:spPr>
          <p:txBody>
            <a:bodyPr/>
            <a:lstStyle/>
            <a:p>
              <a:endParaRPr lang="fr-FR"/>
            </a:p>
          </p:txBody>
        </p:sp>
        <p:sp>
          <p:nvSpPr>
            <p:cNvPr id="72" name="Harvey 64/100 [64]" hidden="1">
              <a:extLst>
                <a:ext uri="{FF2B5EF4-FFF2-40B4-BE49-F238E27FC236}">
                  <a16:creationId xmlns:a16="http://schemas.microsoft.com/office/drawing/2014/main" id="{BA8AE4F6-7032-092A-9125-D0E7B3140744}"/>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solidFill>
              <a:schemeClr val="tx1"/>
            </a:solidFill>
            <a:ln w="19050" cmpd="sng">
              <a:solidFill>
                <a:schemeClr val="tx1"/>
              </a:solidFill>
            </a:ln>
          </p:spPr>
          <p:txBody>
            <a:bodyPr/>
            <a:lstStyle/>
            <a:p>
              <a:endParaRPr lang="fr-FR"/>
            </a:p>
          </p:txBody>
        </p:sp>
        <p:sp>
          <p:nvSpPr>
            <p:cNvPr id="73" name="Harvey 65/100 [65]" hidden="1">
              <a:extLst>
                <a:ext uri="{FF2B5EF4-FFF2-40B4-BE49-F238E27FC236}">
                  <a16:creationId xmlns:a16="http://schemas.microsoft.com/office/drawing/2014/main" id="{B4EB8687-8CE6-CC78-1F50-0EE7C34C58D8}"/>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solidFill>
              <a:schemeClr val="tx1"/>
            </a:solidFill>
            <a:ln w="19050" cmpd="sng">
              <a:solidFill>
                <a:schemeClr val="tx1"/>
              </a:solidFill>
            </a:ln>
          </p:spPr>
          <p:txBody>
            <a:bodyPr/>
            <a:lstStyle/>
            <a:p>
              <a:endParaRPr lang="fr-FR"/>
            </a:p>
          </p:txBody>
        </p:sp>
        <p:sp>
          <p:nvSpPr>
            <p:cNvPr id="74" name="Harvey 66/100 [66]" hidden="1">
              <a:extLst>
                <a:ext uri="{FF2B5EF4-FFF2-40B4-BE49-F238E27FC236}">
                  <a16:creationId xmlns:a16="http://schemas.microsoft.com/office/drawing/2014/main" id="{0E8CC72F-2D6E-79C9-E57F-3A05A73F3084}"/>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solidFill>
              <a:schemeClr val="tx1"/>
            </a:solidFill>
            <a:ln w="19050" cmpd="sng">
              <a:solidFill>
                <a:schemeClr val="tx1"/>
              </a:solidFill>
            </a:ln>
          </p:spPr>
          <p:txBody>
            <a:bodyPr/>
            <a:lstStyle/>
            <a:p>
              <a:endParaRPr lang="fr-FR"/>
            </a:p>
          </p:txBody>
        </p:sp>
        <p:sp>
          <p:nvSpPr>
            <p:cNvPr id="75" name="Harvey 67/100 [67]" hidden="1">
              <a:extLst>
                <a:ext uri="{FF2B5EF4-FFF2-40B4-BE49-F238E27FC236}">
                  <a16:creationId xmlns:a16="http://schemas.microsoft.com/office/drawing/2014/main" id="{4FA119AD-C13B-3CE3-92EB-3D8E87E305FF}"/>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solidFill>
              <a:schemeClr val="tx1"/>
            </a:solidFill>
            <a:ln w="19050" cmpd="sng">
              <a:solidFill>
                <a:schemeClr val="tx1"/>
              </a:solidFill>
            </a:ln>
          </p:spPr>
          <p:txBody>
            <a:bodyPr/>
            <a:lstStyle/>
            <a:p>
              <a:endParaRPr lang="fr-FR"/>
            </a:p>
          </p:txBody>
        </p:sp>
        <p:sp>
          <p:nvSpPr>
            <p:cNvPr id="76" name="Harvey 68/100 [68]" hidden="1">
              <a:extLst>
                <a:ext uri="{FF2B5EF4-FFF2-40B4-BE49-F238E27FC236}">
                  <a16:creationId xmlns:a16="http://schemas.microsoft.com/office/drawing/2014/main" id="{28325EC8-CAA4-3C12-5330-9B2190DBA026}"/>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solidFill>
              <a:schemeClr val="tx1"/>
            </a:solidFill>
            <a:ln w="19050" cmpd="sng">
              <a:solidFill>
                <a:schemeClr val="tx1"/>
              </a:solidFill>
            </a:ln>
          </p:spPr>
          <p:txBody>
            <a:bodyPr/>
            <a:lstStyle/>
            <a:p>
              <a:endParaRPr lang="fr-FR"/>
            </a:p>
          </p:txBody>
        </p:sp>
        <p:sp>
          <p:nvSpPr>
            <p:cNvPr id="77" name="Harvey 69/100 [69]" hidden="1">
              <a:extLst>
                <a:ext uri="{FF2B5EF4-FFF2-40B4-BE49-F238E27FC236}">
                  <a16:creationId xmlns:a16="http://schemas.microsoft.com/office/drawing/2014/main" id="{6CB30A7E-2BBA-A52A-D4C1-9DC40CF8844F}"/>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solidFill>
              <a:schemeClr val="tx1"/>
            </a:solidFill>
            <a:ln w="19050" cmpd="sng">
              <a:solidFill>
                <a:schemeClr val="tx1"/>
              </a:solidFill>
            </a:ln>
          </p:spPr>
          <p:txBody>
            <a:bodyPr/>
            <a:lstStyle/>
            <a:p>
              <a:endParaRPr lang="fr-FR"/>
            </a:p>
          </p:txBody>
        </p:sp>
        <p:sp>
          <p:nvSpPr>
            <p:cNvPr id="78" name="Harvey 70/100 [70]" hidden="1">
              <a:extLst>
                <a:ext uri="{FF2B5EF4-FFF2-40B4-BE49-F238E27FC236}">
                  <a16:creationId xmlns:a16="http://schemas.microsoft.com/office/drawing/2014/main" id="{0162B17E-DD93-3342-2B60-93575D9FA517}"/>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solidFill>
              <a:schemeClr val="tx1"/>
            </a:solidFill>
            <a:ln w="19050" cmpd="sng">
              <a:solidFill>
                <a:schemeClr val="tx1"/>
              </a:solidFill>
            </a:ln>
          </p:spPr>
          <p:txBody>
            <a:bodyPr/>
            <a:lstStyle/>
            <a:p>
              <a:endParaRPr lang="fr-FR"/>
            </a:p>
          </p:txBody>
        </p:sp>
        <p:sp>
          <p:nvSpPr>
            <p:cNvPr id="79" name="Harvey 71/100 [71]" hidden="1">
              <a:extLst>
                <a:ext uri="{FF2B5EF4-FFF2-40B4-BE49-F238E27FC236}">
                  <a16:creationId xmlns:a16="http://schemas.microsoft.com/office/drawing/2014/main" id="{E0127DAF-12D6-5495-6CC6-108CB3987F1D}"/>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solidFill>
              <a:schemeClr val="tx1"/>
            </a:solidFill>
            <a:ln w="19050" cmpd="sng">
              <a:solidFill>
                <a:schemeClr val="tx1"/>
              </a:solidFill>
            </a:ln>
          </p:spPr>
          <p:txBody>
            <a:bodyPr/>
            <a:lstStyle/>
            <a:p>
              <a:endParaRPr lang="fr-FR"/>
            </a:p>
          </p:txBody>
        </p:sp>
        <p:sp>
          <p:nvSpPr>
            <p:cNvPr id="80" name="Harvey 72/100 [72]" hidden="1">
              <a:extLst>
                <a:ext uri="{FF2B5EF4-FFF2-40B4-BE49-F238E27FC236}">
                  <a16:creationId xmlns:a16="http://schemas.microsoft.com/office/drawing/2014/main" id="{BA5AB416-FB1E-0D60-B395-CC0E1BF93497}"/>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solidFill>
              <a:schemeClr val="tx1"/>
            </a:solidFill>
            <a:ln w="19050" cmpd="sng">
              <a:solidFill>
                <a:schemeClr val="tx1"/>
              </a:solidFill>
            </a:ln>
          </p:spPr>
          <p:txBody>
            <a:bodyPr/>
            <a:lstStyle/>
            <a:p>
              <a:endParaRPr lang="fr-FR"/>
            </a:p>
          </p:txBody>
        </p:sp>
        <p:sp>
          <p:nvSpPr>
            <p:cNvPr id="81" name="Harvey 73/100 [73]" hidden="1">
              <a:extLst>
                <a:ext uri="{FF2B5EF4-FFF2-40B4-BE49-F238E27FC236}">
                  <a16:creationId xmlns:a16="http://schemas.microsoft.com/office/drawing/2014/main" id="{6F714136-FDEC-F1EA-EBCE-A98308DD455D}"/>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solidFill>
              <a:schemeClr val="tx1"/>
            </a:solidFill>
            <a:ln w="19050" cmpd="sng">
              <a:solidFill>
                <a:schemeClr val="tx1"/>
              </a:solidFill>
            </a:ln>
          </p:spPr>
          <p:txBody>
            <a:bodyPr/>
            <a:lstStyle/>
            <a:p>
              <a:endParaRPr lang="fr-FR"/>
            </a:p>
          </p:txBody>
        </p:sp>
        <p:sp>
          <p:nvSpPr>
            <p:cNvPr id="82" name="Harvey 74/100 [74]" hidden="1">
              <a:extLst>
                <a:ext uri="{FF2B5EF4-FFF2-40B4-BE49-F238E27FC236}">
                  <a16:creationId xmlns:a16="http://schemas.microsoft.com/office/drawing/2014/main" id="{8C7BA774-5E6E-2AF6-9CB2-0E7C6089913D}"/>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solidFill>
              <a:schemeClr val="tx1"/>
            </a:solidFill>
            <a:ln w="19050" cmpd="sng">
              <a:solidFill>
                <a:schemeClr val="tx1"/>
              </a:solidFill>
            </a:ln>
          </p:spPr>
          <p:txBody>
            <a:bodyPr/>
            <a:lstStyle/>
            <a:p>
              <a:endParaRPr lang="fr-FR"/>
            </a:p>
          </p:txBody>
        </p:sp>
        <p:sp>
          <p:nvSpPr>
            <p:cNvPr id="83" name="Harvey 75/100 [75]" hidden="1">
              <a:extLst>
                <a:ext uri="{FF2B5EF4-FFF2-40B4-BE49-F238E27FC236}">
                  <a16:creationId xmlns:a16="http://schemas.microsoft.com/office/drawing/2014/main" id="{327BAF9E-82A0-B6E5-3B0E-08ACE68388BE}"/>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solidFill>
              <a:schemeClr val="tx1"/>
            </a:solidFill>
            <a:ln w="19050" cmpd="sng">
              <a:solidFill>
                <a:schemeClr val="tx1"/>
              </a:solidFill>
            </a:ln>
          </p:spPr>
          <p:txBody>
            <a:bodyPr/>
            <a:lstStyle/>
            <a:p>
              <a:endParaRPr lang="fr-FR"/>
            </a:p>
          </p:txBody>
        </p:sp>
        <p:sp>
          <p:nvSpPr>
            <p:cNvPr id="84" name="Harvey 76/100 [76]" hidden="1">
              <a:extLst>
                <a:ext uri="{FF2B5EF4-FFF2-40B4-BE49-F238E27FC236}">
                  <a16:creationId xmlns:a16="http://schemas.microsoft.com/office/drawing/2014/main" id="{C8C180B0-FCF7-5050-97F6-9F2FFF157392}"/>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solidFill>
              <a:schemeClr val="tx1"/>
            </a:solidFill>
            <a:ln w="19050" cmpd="sng">
              <a:solidFill>
                <a:schemeClr val="tx1"/>
              </a:solidFill>
            </a:ln>
          </p:spPr>
          <p:txBody>
            <a:bodyPr/>
            <a:lstStyle/>
            <a:p>
              <a:endParaRPr lang="fr-FR"/>
            </a:p>
          </p:txBody>
        </p:sp>
        <p:sp>
          <p:nvSpPr>
            <p:cNvPr id="85" name="Harvey 77/100 [77]" hidden="1">
              <a:extLst>
                <a:ext uri="{FF2B5EF4-FFF2-40B4-BE49-F238E27FC236}">
                  <a16:creationId xmlns:a16="http://schemas.microsoft.com/office/drawing/2014/main" id="{546B4205-EF09-A476-30B9-DA0C1DB3CA32}"/>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solidFill>
              <a:schemeClr val="tx1"/>
            </a:solidFill>
            <a:ln w="19050" cmpd="sng">
              <a:solidFill>
                <a:schemeClr val="tx1"/>
              </a:solidFill>
            </a:ln>
          </p:spPr>
          <p:txBody>
            <a:bodyPr/>
            <a:lstStyle/>
            <a:p>
              <a:endParaRPr lang="fr-FR"/>
            </a:p>
          </p:txBody>
        </p:sp>
        <p:sp>
          <p:nvSpPr>
            <p:cNvPr id="86" name="Harvey 78/100 [78]" hidden="1">
              <a:extLst>
                <a:ext uri="{FF2B5EF4-FFF2-40B4-BE49-F238E27FC236}">
                  <a16:creationId xmlns:a16="http://schemas.microsoft.com/office/drawing/2014/main" id="{A9D5E8F1-6B41-CD15-8DFA-56CF525A2386}"/>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solidFill>
              <a:schemeClr val="tx1"/>
            </a:solidFill>
            <a:ln w="19050" cmpd="sng">
              <a:solidFill>
                <a:schemeClr val="tx1"/>
              </a:solidFill>
            </a:ln>
          </p:spPr>
          <p:txBody>
            <a:bodyPr/>
            <a:lstStyle/>
            <a:p>
              <a:endParaRPr lang="fr-FR"/>
            </a:p>
          </p:txBody>
        </p:sp>
        <p:sp>
          <p:nvSpPr>
            <p:cNvPr id="87" name="Harvey 79/100 [79]" hidden="1">
              <a:extLst>
                <a:ext uri="{FF2B5EF4-FFF2-40B4-BE49-F238E27FC236}">
                  <a16:creationId xmlns:a16="http://schemas.microsoft.com/office/drawing/2014/main" id="{6478EEB5-91E5-31A5-A359-B38592974E22}"/>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solidFill>
              <a:schemeClr val="tx1"/>
            </a:solidFill>
            <a:ln w="19050" cmpd="sng">
              <a:solidFill>
                <a:schemeClr val="tx1"/>
              </a:solidFill>
            </a:ln>
          </p:spPr>
          <p:txBody>
            <a:bodyPr/>
            <a:lstStyle/>
            <a:p>
              <a:endParaRPr lang="fr-FR"/>
            </a:p>
          </p:txBody>
        </p:sp>
        <p:sp>
          <p:nvSpPr>
            <p:cNvPr id="88" name="Harvey 80/100 [80]" hidden="1">
              <a:extLst>
                <a:ext uri="{FF2B5EF4-FFF2-40B4-BE49-F238E27FC236}">
                  <a16:creationId xmlns:a16="http://schemas.microsoft.com/office/drawing/2014/main" id="{D7B19B16-7D08-696D-2129-D6CCAA8D8DC6}"/>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solidFill>
              <a:schemeClr val="tx1"/>
            </a:solidFill>
            <a:ln w="19050" cmpd="sng">
              <a:solidFill>
                <a:schemeClr val="tx1"/>
              </a:solidFill>
            </a:ln>
          </p:spPr>
          <p:txBody>
            <a:bodyPr/>
            <a:lstStyle/>
            <a:p>
              <a:endParaRPr lang="fr-FR"/>
            </a:p>
          </p:txBody>
        </p:sp>
        <p:sp>
          <p:nvSpPr>
            <p:cNvPr id="89" name="Harvey 81/100 [81]" hidden="1">
              <a:extLst>
                <a:ext uri="{FF2B5EF4-FFF2-40B4-BE49-F238E27FC236}">
                  <a16:creationId xmlns:a16="http://schemas.microsoft.com/office/drawing/2014/main" id="{389BF984-1F02-89BD-89E6-69FFB3E86F39}"/>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solidFill>
              <a:schemeClr val="tx1"/>
            </a:solidFill>
            <a:ln w="19050" cmpd="sng">
              <a:solidFill>
                <a:schemeClr val="tx1"/>
              </a:solidFill>
            </a:ln>
          </p:spPr>
          <p:txBody>
            <a:bodyPr/>
            <a:lstStyle/>
            <a:p>
              <a:endParaRPr lang="fr-FR"/>
            </a:p>
          </p:txBody>
        </p:sp>
        <p:sp>
          <p:nvSpPr>
            <p:cNvPr id="90" name="Harvey 82/100 [82]" hidden="1">
              <a:extLst>
                <a:ext uri="{FF2B5EF4-FFF2-40B4-BE49-F238E27FC236}">
                  <a16:creationId xmlns:a16="http://schemas.microsoft.com/office/drawing/2014/main" id="{B2E26D70-9111-26C7-A5A0-2D449DE8E285}"/>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solidFill>
              <a:schemeClr val="tx1"/>
            </a:solidFill>
            <a:ln w="19050" cmpd="sng">
              <a:solidFill>
                <a:schemeClr val="tx1"/>
              </a:solidFill>
            </a:ln>
          </p:spPr>
          <p:txBody>
            <a:bodyPr/>
            <a:lstStyle/>
            <a:p>
              <a:endParaRPr lang="fr-FR"/>
            </a:p>
          </p:txBody>
        </p:sp>
        <p:sp>
          <p:nvSpPr>
            <p:cNvPr id="91" name="Harvey 83/100 [83]" hidden="1">
              <a:extLst>
                <a:ext uri="{FF2B5EF4-FFF2-40B4-BE49-F238E27FC236}">
                  <a16:creationId xmlns:a16="http://schemas.microsoft.com/office/drawing/2014/main" id="{AE027A25-11E5-693B-013C-674F80E8DF65}"/>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solidFill>
              <a:schemeClr val="tx1"/>
            </a:solidFill>
            <a:ln w="19050" cmpd="sng">
              <a:solidFill>
                <a:schemeClr val="tx1"/>
              </a:solidFill>
            </a:ln>
          </p:spPr>
          <p:txBody>
            <a:bodyPr/>
            <a:lstStyle/>
            <a:p>
              <a:endParaRPr lang="fr-FR"/>
            </a:p>
          </p:txBody>
        </p:sp>
        <p:sp>
          <p:nvSpPr>
            <p:cNvPr id="92" name="Harvey 84/100 [84]" hidden="1">
              <a:extLst>
                <a:ext uri="{FF2B5EF4-FFF2-40B4-BE49-F238E27FC236}">
                  <a16:creationId xmlns:a16="http://schemas.microsoft.com/office/drawing/2014/main" id="{6AB12925-F87F-0BEB-09FA-CFDA28C1691A}"/>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solidFill>
              <a:schemeClr val="tx1"/>
            </a:solidFill>
            <a:ln w="19050" cmpd="sng">
              <a:solidFill>
                <a:schemeClr val="tx1"/>
              </a:solidFill>
            </a:ln>
          </p:spPr>
          <p:txBody>
            <a:bodyPr/>
            <a:lstStyle/>
            <a:p>
              <a:endParaRPr lang="fr-FR"/>
            </a:p>
          </p:txBody>
        </p:sp>
        <p:sp>
          <p:nvSpPr>
            <p:cNvPr id="93" name="Harvey 85/100 [85]" hidden="1">
              <a:extLst>
                <a:ext uri="{FF2B5EF4-FFF2-40B4-BE49-F238E27FC236}">
                  <a16:creationId xmlns:a16="http://schemas.microsoft.com/office/drawing/2014/main" id="{4C378184-6774-124A-DDBE-47C8334EA96D}"/>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solidFill>
              <a:schemeClr val="tx1"/>
            </a:solidFill>
            <a:ln w="19050" cmpd="sng">
              <a:solidFill>
                <a:schemeClr val="tx1"/>
              </a:solidFill>
            </a:ln>
          </p:spPr>
          <p:txBody>
            <a:bodyPr/>
            <a:lstStyle/>
            <a:p>
              <a:endParaRPr lang="fr-FR"/>
            </a:p>
          </p:txBody>
        </p:sp>
        <p:sp>
          <p:nvSpPr>
            <p:cNvPr id="94" name="Harvey 86/100 [86]" hidden="1">
              <a:extLst>
                <a:ext uri="{FF2B5EF4-FFF2-40B4-BE49-F238E27FC236}">
                  <a16:creationId xmlns:a16="http://schemas.microsoft.com/office/drawing/2014/main" id="{0A6CE3B4-3D6C-15F2-B32F-4C8AE5990A84}"/>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solidFill>
              <a:schemeClr val="tx1"/>
            </a:solidFill>
            <a:ln w="19050" cmpd="sng">
              <a:solidFill>
                <a:schemeClr val="tx1"/>
              </a:solidFill>
            </a:ln>
          </p:spPr>
          <p:txBody>
            <a:bodyPr/>
            <a:lstStyle/>
            <a:p>
              <a:endParaRPr lang="fr-FR"/>
            </a:p>
          </p:txBody>
        </p:sp>
        <p:sp>
          <p:nvSpPr>
            <p:cNvPr id="95" name="Harvey 87/100 [87]" hidden="1">
              <a:extLst>
                <a:ext uri="{FF2B5EF4-FFF2-40B4-BE49-F238E27FC236}">
                  <a16:creationId xmlns:a16="http://schemas.microsoft.com/office/drawing/2014/main" id="{76E913B4-CB64-C470-5FFF-99A9CC7CAE86}"/>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solidFill>
              <a:schemeClr val="tx1"/>
            </a:solidFill>
            <a:ln w="19050" cmpd="sng">
              <a:solidFill>
                <a:schemeClr val="tx1"/>
              </a:solidFill>
            </a:ln>
          </p:spPr>
          <p:txBody>
            <a:bodyPr/>
            <a:lstStyle/>
            <a:p>
              <a:endParaRPr lang="fr-FR"/>
            </a:p>
          </p:txBody>
        </p:sp>
        <p:sp>
          <p:nvSpPr>
            <p:cNvPr id="96" name="Harvey 88/100 [88]" hidden="1">
              <a:extLst>
                <a:ext uri="{FF2B5EF4-FFF2-40B4-BE49-F238E27FC236}">
                  <a16:creationId xmlns:a16="http://schemas.microsoft.com/office/drawing/2014/main" id="{B3085556-4B99-2693-B1EC-704AA5BE3677}"/>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solidFill>
              <a:schemeClr val="tx1"/>
            </a:solidFill>
            <a:ln w="19050" cmpd="sng">
              <a:solidFill>
                <a:schemeClr val="tx1"/>
              </a:solidFill>
            </a:ln>
          </p:spPr>
          <p:txBody>
            <a:bodyPr/>
            <a:lstStyle/>
            <a:p>
              <a:endParaRPr lang="fr-FR"/>
            </a:p>
          </p:txBody>
        </p:sp>
        <p:sp>
          <p:nvSpPr>
            <p:cNvPr id="97" name="Harvey 89/100 [89]" hidden="1">
              <a:extLst>
                <a:ext uri="{FF2B5EF4-FFF2-40B4-BE49-F238E27FC236}">
                  <a16:creationId xmlns:a16="http://schemas.microsoft.com/office/drawing/2014/main" id="{7F346023-985E-CA07-7D3E-896A4A4C4F66}"/>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solidFill>
              <a:schemeClr val="tx1"/>
            </a:solidFill>
            <a:ln w="19050" cmpd="sng">
              <a:solidFill>
                <a:schemeClr val="tx1"/>
              </a:solidFill>
            </a:ln>
          </p:spPr>
          <p:txBody>
            <a:bodyPr/>
            <a:lstStyle/>
            <a:p>
              <a:endParaRPr lang="fr-FR"/>
            </a:p>
          </p:txBody>
        </p:sp>
        <p:sp>
          <p:nvSpPr>
            <p:cNvPr id="98" name="Harvey 90/100 [90]" hidden="1">
              <a:extLst>
                <a:ext uri="{FF2B5EF4-FFF2-40B4-BE49-F238E27FC236}">
                  <a16:creationId xmlns:a16="http://schemas.microsoft.com/office/drawing/2014/main" id="{769CB5E8-EDD3-8892-D8FB-46BE4AFF9AA1}"/>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solidFill>
              <a:schemeClr val="tx1"/>
            </a:solidFill>
            <a:ln w="19050" cmpd="sng">
              <a:solidFill>
                <a:schemeClr val="tx1"/>
              </a:solidFill>
            </a:ln>
          </p:spPr>
          <p:txBody>
            <a:bodyPr/>
            <a:lstStyle/>
            <a:p>
              <a:endParaRPr lang="fr-FR"/>
            </a:p>
          </p:txBody>
        </p:sp>
        <p:sp>
          <p:nvSpPr>
            <p:cNvPr id="99" name="Harvey 91/100 [91]" hidden="1">
              <a:extLst>
                <a:ext uri="{FF2B5EF4-FFF2-40B4-BE49-F238E27FC236}">
                  <a16:creationId xmlns:a16="http://schemas.microsoft.com/office/drawing/2014/main" id="{7F994EED-11BA-B008-D9C1-215AB619B601}"/>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solidFill>
              <a:schemeClr val="tx1"/>
            </a:solidFill>
            <a:ln w="19050" cmpd="sng">
              <a:solidFill>
                <a:schemeClr val="tx1"/>
              </a:solidFill>
            </a:ln>
          </p:spPr>
          <p:txBody>
            <a:bodyPr/>
            <a:lstStyle/>
            <a:p>
              <a:endParaRPr lang="fr-FR"/>
            </a:p>
          </p:txBody>
        </p:sp>
        <p:sp>
          <p:nvSpPr>
            <p:cNvPr id="100" name="Harvey 92/100 [92]" hidden="1">
              <a:extLst>
                <a:ext uri="{FF2B5EF4-FFF2-40B4-BE49-F238E27FC236}">
                  <a16:creationId xmlns:a16="http://schemas.microsoft.com/office/drawing/2014/main" id="{8452B93E-AFCB-C599-1D96-661858DF6544}"/>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solidFill>
              <a:schemeClr val="tx1"/>
            </a:solidFill>
            <a:ln w="19050" cmpd="sng">
              <a:solidFill>
                <a:schemeClr val="tx1"/>
              </a:solidFill>
            </a:ln>
          </p:spPr>
          <p:txBody>
            <a:bodyPr/>
            <a:lstStyle/>
            <a:p>
              <a:endParaRPr lang="fr-FR"/>
            </a:p>
          </p:txBody>
        </p:sp>
        <p:sp>
          <p:nvSpPr>
            <p:cNvPr id="101" name="Harvey 93/100 [93]" hidden="1">
              <a:extLst>
                <a:ext uri="{FF2B5EF4-FFF2-40B4-BE49-F238E27FC236}">
                  <a16:creationId xmlns:a16="http://schemas.microsoft.com/office/drawing/2014/main" id="{843A0E05-2B61-B867-A052-3017A66536B8}"/>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solidFill>
              <a:schemeClr val="tx1"/>
            </a:solidFill>
            <a:ln w="19050" cmpd="sng">
              <a:solidFill>
                <a:schemeClr val="tx1"/>
              </a:solidFill>
            </a:ln>
          </p:spPr>
          <p:txBody>
            <a:bodyPr/>
            <a:lstStyle/>
            <a:p>
              <a:endParaRPr lang="fr-FR"/>
            </a:p>
          </p:txBody>
        </p:sp>
        <p:sp>
          <p:nvSpPr>
            <p:cNvPr id="102" name="Harvey 94/100 [94]" hidden="1">
              <a:extLst>
                <a:ext uri="{FF2B5EF4-FFF2-40B4-BE49-F238E27FC236}">
                  <a16:creationId xmlns:a16="http://schemas.microsoft.com/office/drawing/2014/main" id="{50265BFA-90BD-842F-AA04-578A449BB682}"/>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solidFill>
              <a:schemeClr val="tx1"/>
            </a:solidFill>
            <a:ln w="19050" cmpd="sng">
              <a:solidFill>
                <a:schemeClr val="tx1"/>
              </a:solidFill>
            </a:ln>
          </p:spPr>
          <p:txBody>
            <a:bodyPr/>
            <a:lstStyle/>
            <a:p>
              <a:endParaRPr lang="fr-FR"/>
            </a:p>
          </p:txBody>
        </p:sp>
        <p:sp>
          <p:nvSpPr>
            <p:cNvPr id="103" name="Harvey 95/100 [95]" hidden="1">
              <a:extLst>
                <a:ext uri="{FF2B5EF4-FFF2-40B4-BE49-F238E27FC236}">
                  <a16:creationId xmlns:a16="http://schemas.microsoft.com/office/drawing/2014/main" id="{A8F56D02-DFC4-24AF-36C0-84A1711996CD}"/>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solidFill>
              <a:schemeClr val="tx1"/>
            </a:solidFill>
            <a:ln w="19050" cmpd="sng">
              <a:solidFill>
                <a:schemeClr val="tx1"/>
              </a:solidFill>
            </a:ln>
          </p:spPr>
          <p:txBody>
            <a:bodyPr/>
            <a:lstStyle/>
            <a:p>
              <a:endParaRPr lang="fr-FR"/>
            </a:p>
          </p:txBody>
        </p:sp>
        <p:sp>
          <p:nvSpPr>
            <p:cNvPr id="104" name="Harvey 96/100 [96]" hidden="1">
              <a:extLst>
                <a:ext uri="{FF2B5EF4-FFF2-40B4-BE49-F238E27FC236}">
                  <a16:creationId xmlns:a16="http://schemas.microsoft.com/office/drawing/2014/main" id="{2181A7FB-2602-E0BE-527B-9BCCBBABE0C4}"/>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solidFill>
              <a:schemeClr val="tx1"/>
            </a:solidFill>
            <a:ln w="19050" cmpd="sng">
              <a:solidFill>
                <a:schemeClr val="tx1"/>
              </a:solidFill>
            </a:ln>
          </p:spPr>
          <p:txBody>
            <a:bodyPr/>
            <a:lstStyle/>
            <a:p>
              <a:endParaRPr lang="fr-FR"/>
            </a:p>
          </p:txBody>
        </p:sp>
        <p:sp>
          <p:nvSpPr>
            <p:cNvPr id="105" name="Harvey 97/100 [97]" hidden="1">
              <a:extLst>
                <a:ext uri="{FF2B5EF4-FFF2-40B4-BE49-F238E27FC236}">
                  <a16:creationId xmlns:a16="http://schemas.microsoft.com/office/drawing/2014/main" id="{7191F172-2619-D82A-CAE4-DC5E0F5D7B11}"/>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solidFill>
              <a:schemeClr val="tx1"/>
            </a:solidFill>
            <a:ln w="19050" cmpd="sng">
              <a:solidFill>
                <a:schemeClr val="tx1"/>
              </a:solidFill>
            </a:ln>
          </p:spPr>
          <p:txBody>
            <a:bodyPr/>
            <a:lstStyle/>
            <a:p>
              <a:endParaRPr lang="fr-FR"/>
            </a:p>
          </p:txBody>
        </p:sp>
        <p:sp>
          <p:nvSpPr>
            <p:cNvPr id="106" name="Harvey 98/100 [98]" hidden="1">
              <a:extLst>
                <a:ext uri="{FF2B5EF4-FFF2-40B4-BE49-F238E27FC236}">
                  <a16:creationId xmlns:a16="http://schemas.microsoft.com/office/drawing/2014/main" id="{D76226B2-6BD6-4C35-F871-642FB81424B7}"/>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solidFill>
              <a:schemeClr val="tx1"/>
            </a:solidFill>
            <a:ln w="19050" cmpd="sng">
              <a:solidFill>
                <a:schemeClr val="tx1"/>
              </a:solidFill>
            </a:ln>
          </p:spPr>
          <p:txBody>
            <a:bodyPr/>
            <a:lstStyle/>
            <a:p>
              <a:endParaRPr lang="fr-FR"/>
            </a:p>
          </p:txBody>
        </p:sp>
        <p:sp>
          <p:nvSpPr>
            <p:cNvPr id="107" name="Harvey 99/100 [99]" hidden="1">
              <a:extLst>
                <a:ext uri="{FF2B5EF4-FFF2-40B4-BE49-F238E27FC236}">
                  <a16:creationId xmlns:a16="http://schemas.microsoft.com/office/drawing/2014/main" id="{91E9C61D-FB09-8EF0-FAB1-AF96AAF52A12}"/>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solidFill>
              <a:schemeClr val="tx1"/>
            </a:solidFill>
            <a:ln w="19050" cmpd="sng">
              <a:solidFill>
                <a:schemeClr val="tx1"/>
              </a:solidFill>
            </a:ln>
          </p:spPr>
          <p:txBody>
            <a:bodyPr/>
            <a:lstStyle/>
            <a:p>
              <a:endParaRPr lang="fr-FR"/>
            </a:p>
          </p:txBody>
        </p:sp>
        <p:sp>
          <p:nvSpPr>
            <p:cNvPr id="108" name="Harvey 100/100 [100]" hidden="1">
              <a:extLst>
                <a:ext uri="{FF2B5EF4-FFF2-40B4-BE49-F238E27FC236}">
                  <a16:creationId xmlns:a16="http://schemas.microsoft.com/office/drawing/2014/main" id="{1FCF8E95-0448-B46B-405D-03A1B10D6775}"/>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solidFill>
              <a:schemeClr val="tx1"/>
            </a:solidFill>
            <a:ln w="19050" cmpd="sng">
              <a:solidFill>
                <a:schemeClr val="tx1"/>
              </a:solidFill>
            </a:ln>
          </p:spPr>
          <p:txBody>
            <a:bodyPr/>
            <a:lstStyle/>
            <a:p>
              <a:endParaRPr lang="fr-FR"/>
            </a:p>
          </p:txBody>
        </p:sp>
      </p:grpSp>
    </p:spTree>
    <p:extLst>
      <p:ext uri="{BB962C8B-B14F-4D97-AF65-F5344CB8AC3E}">
        <p14:creationId xmlns:p14="http://schemas.microsoft.com/office/powerpoint/2010/main" val="5101018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a:t>Titre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a:t>Texte de niveau 1</a:t>
            </a:r>
          </a:p>
          <a:p>
            <a:pPr lvl="1"/>
            <a:r>
              <a:rPr lang="fr-FR" noProof="0"/>
              <a:t>Texte de niveau 2</a:t>
            </a:r>
          </a:p>
          <a:p>
            <a:pPr lvl="2"/>
            <a:r>
              <a:rPr lang="fr-FR" noProof="0"/>
              <a:t>Texte de niveau 3</a:t>
            </a:r>
          </a:p>
          <a:p>
            <a:pPr lvl="3"/>
            <a:r>
              <a:rPr lang="fr-FR" noProof="0"/>
              <a:t>Texte de niveau 4</a:t>
            </a:r>
          </a:p>
          <a:p>
            <a:pPr lvl="4"/>
            <a:r>
              <a:rPr lang="fr-FR" noProof="0"/>
              <a:t>Texte de niveau 5</a:t>
            </a:r>
          </a:p>
        </p:txBody>
      </p:sp>
      <p:sp>
        <p:nvSpPr>
          <p:cNvPr id="4" name="Espace réservé de la date 3"/>
          <p:cNvSpPr>
            <a:spLocks noGrp="1"/>
          </p:cNvSpPr>
          <p:nvPr>
            <p:ph type="dt" sz="half" idx="2"/>
          </p:nvPr>
        </p:nvSpPr>
        <p:spPr bwMode="gray">
          <a:xfrm>
            <a:off x="10152000" y="6378000"/>
            <a:ext cx="1560000" cy="480000"/>
          </a:xfrm>
          <a:prstGeom prst="rect">
            <a:avLst/>
          </a:prstGeom>
        </p:spPr>
        <p:txBody>
          <a:bodyPr vert="horz" lIns="0" tIns="0" rIns="0" bIns="0" rtlCol="0" anchor="ctr" anchorCtr="0">
            <a:noAutofit/>
          </a:bodyPr>
          <a:lstStyle>
            <a:lvl1pPr algn="ctr">
              <a:defRPr sz="1000" b="1">
                <a:solidFill>
                  <a:schemeClr val="tx1"/>
                </a:solidFill>
              </a:defRPr>
            </a:lvl1pPr>
          </a:lstStyle>
          <a:p>
            <a:pPr algn="r"/>
            <a:r>
              <a:rPr lang="fr-FR" cap="all"/>
              <a:t>08/07/2025</a:t>
            </a:r>
          </a:p>
        </p:txBody>
      </p:sp>
      <p:sp>
        <p:nvSpPr>
          <p:cNvPr id="5" name="Espace réservé du pied de page 4"/>
          <p:cNvSpPr>
            <a:spLocks noGrp="1"/>
          </p:cNvSpPr>
          <p:nvPr>
            <p:ph type="ftr" sz="quarter" idx="3"/>
          </p:nvPr>
        </p:nvSpPr>
        <p:spPr bwMode="gray">
          <a:xfrm>
            <a:off x="480000" y="6378000"/>
            <a:ext cx="7872000" cy="480000"/>
          </a:xfrm>
          <a:prstGeom prst="rect">
            <a:avLst/>
          </a:prstGeom>
        </p:spPr>
        <p:txBody>
          <a:bodyPr vert="horz" lIns="0" tIns="0" rIns="0" bIns="0" rtlCol="0" anchor="ctr" anchorCtr="0">
            <a:noAutofit/>
          </a:bodyPr>
          <a:lstStyle>
            <a:lvl1pPr algn="l">
              <a:defRPr sz="1000" b="1">
                <a:solidFill>
                  <a:schemeClr val="tx1"/>
                </a:solidFill>
              </a:defRPr>
            </a:lvl1pPr>
          </a:lstStyle>
          <a:p>
            <a:r>
              <a:rPr lang="fr-FR"/>
              <a:t>Agence nationale de l'habitat</a:t>
            </a:r>
          </a:p>
        </p:txBody>
      </p:sp>
      <p:sp>
        <p:nvSpPr>
          <p:cNvPr id="6" name="Espace réservé du numéro de diapositive 5"/>
          <p:cNvSpPr>
            <a:spLocks noGrp="1"/>
          </p:cNvSpPr>
          <p:nvPr>
            <p:ph type="sldNum" sz="quarter" idx="4"/>
          </p:nvPr>
        </p:nvSpPr>
        <p:spPr bwMode="gray">
          <a:xfrm>
            <a:off x="8352000" y="6378000"/>
            <a:ext cx="1800000" cy="480000"/>
          </a:xfrm>
          <a:prstGeom prst="rect">
            <a:avLst/>
          </a:prstGeom>
        </p:spPr>
        <p:txBody>
          <a:bodyPr vert="horz" lIns="0" tIns="0" rIns="0" bIns="0" rtlCol="0" anchor="ctr" anchorCtr="0">
            <a:noAutofit/>
          </a:bodyPr>
          <a:lstStyle>
            <a:lvl1pPr algn="r">
              <a:defRPr sz="1000" b="1">
                <a:solidFill>
                  <a:schemeClr val="tx1"/>
                </a:solidFill>
              </a:defRPr>
            </a:lvl1pPr>
          </a:lstStyle>
          <a:p>
            <a:fld id="{733122C9-A0B9-462F-8757-0847AD287B63}" type="slidenum">
              <a:rPr lang="fr-FR" smtClean="0"/>
              <a:pPr/>
              <a:t>‹N°›</a:t>
            </a:fld>
            <a:endParaRPr lang="fr-FR"/>
          </a:p>
        </p:txBody>
      </p:sp>
    </p:spTree>
    <p:extLst>
      <p:ext uri="{BB962C8B-B14F-4D97-AF65-F5344CB8AC3E}">
        <p14:creationId xmlns:p14="http://schemas.microsoft.com/office/powerpoint/2010/main" val="108795682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Lst>
  <p:hf hdr="0"/>
  <p:txStyles>
    <p:titleStyle>
      <a:lvl1pPr algn="l" defTabSz="121917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782599506" name="Espace réservé du titre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655871473" name="Espace réservé du texte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92804682" name="Espace réservé de la date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98F4933B-65CF-46B8-A92A-A43D0ADA1F1B}" type="datetimeFigureOut">
              <a:rPr lang="fr-FR"/>
              <a:t>04/03/2026</a:t>
            </a:fld>
            <a:endParaRPr lang="fr-FR"/>
          </a:p>
        </p:txBody>
      </p:sp>
      <p:sp>
        <p:nvSpPr>
          <p:cNvPr id="1435360432" name="Espace réservé du pied de page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fr-FR"/>
          </a:p>
        </p:txBody>
      </p:sp>
      <p:sp>
        <p:nvSpPr>
          <p:cNvPr id="19203742" name="Espace réservé du numéro de diapositiv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F0295B63-78FC-4706-846E-E08EE8317457}" type="slidenum">
              <a:rPr lang="fr-FR"/>
              <a:t>‹N°›</a:t>
            </a:fld>
            <a:endParaRPr lang="fr-FR"/>
          </a:p>
        </p:txBody>
      </p:sp>
    </p:spTree>
    <p:extLst>
      <p:ext uri="{BB962C8B-B14F-4D97-AF65-F5344CB8AC3E}">
        <p14:creationId xmlns:p14="http://schemas.microsoft.com/office/powerpoint/2010/main" val="2034318864"/>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hyperlink" Target="https://anah-produits.atlassian.net/wiki/spaces/ADA/pages/4972871888/LeanI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015CF-593F-3442-C618-A1FD6FF407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3C66C21-5DE6-589A-6B2E-883BC2B53C5C}"/>
              </a:ext>
            </a:extLst>
          </p:cNvPr>
          <p:cNvSpPr>
            <a:spLocks noGrp="1"/>
          </p:cNvSpPr>
          <p:nvPr>
            <p:ph type="title"/>
          </p:nvPr>
        </p:nvSpPr>
        <p:spPr/>
        <p:txBody>
          <a:bodyPr/>
          <a:lstStyle/>
          <a:p>
            <a:pPr algn="just"/>
            <a:r>
              <a:rPr lang="fr-FR">
                <a:latin typeface="Marianne"/>
              </a:rPr>
              <a:t>L’offre de service du SAE repose sur trois piliers</a:t>
            </a:r>
            <a:endParaRPr lang="en-US"/>
          </a:p>
        </p:txBody>
      </p:sp>
      <p:pic>
        <p:nvPicPr>
          <p:cNvPr id="7" name="Image 6" descr="Une image contenant clipart, jaune, illustration, conception&#10;&#10;Le contenu généré par l’IA peut être incorrect.">
            <a:extLst>
              <a:ext uri="{FF2B5EF4-FFF2-40B4-BE49-F238E27FC236}">
                <a16:creationId xmlns:a16="http://schemas.microsoft.com/office/drawing/2014/main" id="{E41AF228-DC39-7545-C45C-2E02639C7C14}"/>
              </a:ext>
            </a:extLst>
          </p:cNvPr>
          <p:cNvPicPr>
            <a:picLocks noChangeAspect="1"/>
          </p:cNvPicPr>
          <p:nvPr/>
        </p:nvPicPr>
        <p:blipFill>
          <a:blip r:embed="rId2"/>
          <a:stretch>
            <a:fillRect/>
          </a:stretch>
        </p:blipFill>
        <p:spPr>
          <a:xfrm>
            <a:off x="2917648" y="1474465"/>
            <a:ext cx="570484" cy="570484"/>
          </a:xfrm>
          <a:prstGeom prst="rect">
            <a:avLst/>
          </a:prstGeom>
        </p:spPr>
      </p:pic>
      <p:pic>
        <p:nvPicPr>
          <p:cNvPr id="9" name="Image 8" descr="Une image contenant symbole, jaune, conception&#10;&#10;Le contenu généré par l’IA peut être incorrect.">
            <a:extLst>
              <a:ext uri="{FF2B5EF4-FFF2-40B4-BE49-F238E27FC236}">
                <a16:creationId xmlns:a16="http://schemas.microsoft.com/office/drawing/2014/main" id="{9ABF89F4-7DF3-E3AB-2CCD-FC3EAE900655}"/>
              </a:ext>
            </a:extLst>
          </p:cNvPr>
          <p:cNvPicPr>
            <a:picLocks noChangeAspect="1"/>
          </p:cNvPicPr>
          <p:nvPr/>
        </p:nvPicPr>
        <p:blipFill>
          <a:blip r:embed="rId3"/>
          <a:stretch>
            <a:fillRect/>
          </a:stretch>
        </p:blipFill>
        <p:spPr>
          <a:xfrm>
            <a:off x="9730121" y="1474465"/>
            <a:ext cx="570484" cy="570484"/>
          </a:xfrm>
          <a:prstGeom prst="rect">
            <a:avLst/>
          </a:prstGeom>
        </p:spPr>
      </p:pic>
      <p:pic>
        <p:nvPicPr>
          <p:cNvPr id="15" name="Image 14" descr="Une image contenant clipart, dessin humoristique&#10;&#10;Le contenu généré par l’IA peut être incorrect.">
            <a:extLst>
              <a:ext uri="{FF2B5EF4-FFF2-40B4-BE49-F238E27FC236}">
                <a16:creationId xmlns:a16="http://schemas.microsoft.com/office/drawing/2014/main" id="{71CEE751-CAB1-F080-98AA-3561E3BF2A5A}"/>
              </a:ext>
            </a:extLst>
          </p:cNvPr>
          <p:cNvPicPr>
            <a:picLocks noChangeAspect="1"/>
          </p:cNvPicPr>
          <p:nvPr/>
        </p:nvPicPr>
        <p:blipFill>
          <a:blip r:embed="rId4"/>
          <a:stretch>
            <a:fillRect/>
          </a:stretch>
        </p:blipFill>
        <p:spPr>
          <a:xfrm>
            <a:off x="6323885" y="1474465"/>
            <a:ext cx="570484" cy="570484"/>
          </a:xfrm>
          <a:prstGeom prst="rect">
            <a:avLst/>
          </a:prstGeom>
        </p:spPr>
      </p:pic>
      <p:pic>
        <p:nvPicPr>
          <p:cNvPr id="17" name="Image 16" descr="Une image contenant symbole&#10;&#10;Le contenu généré par l’IA peut être incorrect.">
            <a:extLst>
              <a:ext uri="{FF2B5EF4-FFF2-40B4-BE49-F238E27FC236}">
                <a16:creationId xmlns:a16="http://schemas.microsoft.com/office/drawing/2014/main" id="{05A7F314-50FE-515C-2ABD-A7CB785261BA}"/>
              </a:ext>
            </a:extLst>
          </p:cNvPr>
          <p:cNvPicPr>
            <a:picLocks noChangeAspect="1"/>
          </p:cNvPicPr>
          <p:nvPr/>
        </p:nvPicPr>
        <p:blipFill>
          <a:blip r:embed="rId5"/>
          <a:stretch>
            <a:fillRect/>
          </a:stretch>
        </p:blipFill>
        <p:spPr>
          <a:xfrm>
            <a:off x="594601" y="1640548"/>
            <a:ext cx="570484" cy="570484"/>
          </a:xfrm>
          <a:prstGeom prst="rect">
            <a:avLst/>
          </a:prstGeom>
        </p:spPr>
      </p:pic>
      <p:pic>
        <p:nvPicPr>
          <p:cNvPr id="35" name="Image 34" descr="Une image contenant clipart, vitesse, conception, créativité&#10;&#10;Le contenu généré par l’IA peut être incorrect.">
            <a:extLst>
              <a:ext uri="{FF2B5EF4-FFF2-40B4-BE49-F238E27FC236}">
                <a16:creationId xmlns:a16="http://schemas.microsoft.com/office/drawing/2014/main" id="{7C954027-642A-DC9C-E511-A57AC72E001A}"/>
              </a:ext>
            </a:extLst>
          </p:cNvPr>
          <p:cNvPicPr>
            <a:picLocks noChangeAspect="1"/>
          </p:cNvPicPr>
          <p:nvPr/>
        </p:nvPicPr>
        <p:blipFill>
          <a:blip r:embed="rId6"/>
          <a:stretch>
            <a:fillRect/>
          </a:stretch>
        </p:blipFill>
        <p:spPr>
          <a:xfrm>
            <a:off x="502644" y="3937331"/>
            <a:ext cx="754398" cy="754398"/>
          </a:xfrm>
          <a:prstGeom prst="rect">
            <a:avLst/>
          </a:prstGeom>
        </p:spPr>
      </p:pic>
      <p:pic>
        <p:nvPicPr>
          <p:cNvPr id="45" name="Image 44" descr="Une image contenant capture d’écran, Rectangle, conception&#10;&#10;Le contenu généré par l’IA peut être incorrect.">
            <a:extLst>
              <a:ext uri="{FF2B5EF4-FFF2-40B4-BE49-F238E27FC236}">
                <a16:creationId xmlns:a16="http://schemas.microsoft.com/office/drawing/2014/main" id="{D51B6BB1-30C7-BE82-F6BD-EF6EC3780377}"/>
              </a:ext>
            </a:extLst>
          </p:cNvPr>
          <p:cNvPicPr>
            <a:picLocks noChangeAspect="1"/>
          </p:cNvPicPr>
          <p:nvPr/>
        </p:nvPicPr>
        <p:blipFill>
          <a:blip r:embed="rId7"/>
          <a:stretch>
            <a:fillRect/>
          </a:stretch>
        </p:blipFill>
        <p:spPr>
          <a:xfrm>
            <a:off x="594601" y="5643222"/>
            <a:ext cx="570484" cy="570484"/>
          </a:xfrm>
          <a:prstGeom prst="rect">
            <a:avLst/>
          </a:prstGeom>
        </p:spPr>
      </p:pic>
      <p:sp>
        <p:nvSpPr>
          <p:cNvPr id="28" name="Rectangle : coins arrondis 27">
            <a:extLst>
              <a:ext uri="{FF2B5EF4-FFF2-40B4-BE49-F238E27FC236}">
                <a16:creationId xmlns:a16="http://schemas.microsoft.com/office/drawing/2014/main" id="{0BA64B69-CD0B-1D22-ACAB-3DF9E8283DA9}"/>
              </a:ext>
            </a:extLst>
          </p:cNvPr>
          <p:cNvSpPr>
            <a:spLocks/>
          </p:cNvSpPr>
          <p:nvPr/>
        </p:nvSpPr>
        <p:spPr>
          <a:xfrm>
            <a:off x="1644657" y="936548"/>
            <a:ext cx="9928939" cy="1877573"/>
          </a:xfrm>
          <a:prstGeom prst="roundRect">
            <a:avLst>
              <a:gd name="adj" fmla="val 9421"/>
            </a:avLst>
          </a:prstGeom>
          <a:noFill/>
          <a:ln w="28575" cap="flat" cmpd="sng" algn="ctr">
            <a:solidFill>
              <a:schemeClr val="tx2">
                <a:lumMod val="10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Marianne"/>
              <a:ea typeface="+mn-ea"/>
              <a:cs typeface="+mn-cs"/>
            </a:endParaRPr>
          </a:p>
        </p:txBody>
      </p:sp>
      <p:grpSp>
        <p:nvGrpSpPr>
          <p:cNvPr id="8" name="Groupe 7">
            <a:extLst>
              <a:ext uri="{FF2B5EF4-FFF2-40B4-BE49-F238E27FC236}">
                <a16:creationId xmlns:a16="http://schemas.microsoft.com/office/drawing/2014/main" id="{71148CC5-33DA-C124-4B83-E9256CD14C36}"/>
              </a:ext>
            </a:extLst>
          </p:cNvPr>
          <p:cNvGrpSpPr/>
          <p:nvPr/>
        </p:nvGrpSpPr>
        <p:grpSpPr>
          <a:xfrm>
            <a:off x="1705399" y="3405034"/>
            <a:ext cx="2994982" cy="1780321"/>
            <a:chOff x="1705399" y="3405034"/>
            <a:chExt cx="2994982" cy="1780321"/>
          </a:xfrm>
        </p:grpSpPr>
        <p:sp>
          <p:nvSpPr>
            <p:cNvPr id="3" name="Rectangle : avec coins arrondis en haut 2">
              <a:extLst>
                <a:ext uri="{FF2B5EF4-FFF2-40B4-BE49-F238E27FC236}">
                  <a16:creationId xmlns:a16="http://schemas.microsoft.com/office/drawing/2014/main" id="{5877663E-33DB-F389-7087-052653207732}"/>
                </a:ext>
              </a:extLst>
            </p:cNvPr>
            <p:cNvSpPr>
              <a:spLocks/>
            </p:cNvSpPr>
            <p:nvPr/>
          </p:nvSpPr>
          <p:spPr>
            <a:xfrm>
              <a:off x="1705399" y="3675538"/>
              <a:ext cx="2994982" cy="1509817"/>
            </a:xfrm>
            <a:prstGeom prst="round2SameRect">
              <a:avLst>
                <a:gd name="adj1" fmla="val 0"/>
                <a:gd name="adj2" fmla="val 6458"/>
              </a:avLst>
            </a:prstGeom>
            <a:solidFill>
              <a:srgbClr val="D5D5FF"/>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lumMod val="100000"/>
                    </a:srgbClr>
                  </a:solidFill>
                  <a:effectLst/>
                  <a:uLnTx/>
                  <a:uFillTx/>
                  <a:latin typeface="Marianne"/>
                  <a:ea typeface="+mn-ea"/>
                  <a:cs typeface="+mn-cs"/>
                </a:rPr>
                <a:t>Etudes d’avant-projet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000000">
                      <a:lumMod val="100000"/>
                    </a:srgbClr>
                  </a:solidFill>
                  <a:effectLst/>
                  <a:uLnTx/>
                  <a:uFillTx/>
                  <a:latin typeface="Marianne"/>
                  <a:ea typeface="+mn-ea"/>
                  <a:cs typeface="+mn-cs"/>
                </a:rPr>
                <a:t>Benchmarks de solutions</a:t>
              </a:r>
            </a:p>
          </p:txBody>
        </p:sp>
        <p:sp>
          <p:nvSpPr>
            <p:cNvPr id="20" name="Rectangle : avec coins arrondis en haut 19">
              <a:extLst>
                <a:ext uri="{FF2B5EF4-FFF2-40B4-BE49-F238E27FC236}">
                  <a16:creationId xmlns:a16="http://schemas.microsoft.com/office/drawing/2014/main" id="{ECF56DFD-5D4F-095A-F845-8B46A609381E}"/>
                </a:ext>
              </a:extLst>
            </p:cNvPr>
            <p:cNvSpPr>
              <a:spLocks/>
            </p:cNvSpPr>
            <p:nvPr/>
          </p:nvSpPr>
          <p:spPr>
            <a:xfrm>
              <a:off x="1705399" y="3405034"/>
              <a:ext cx="2994982" cy="429853"/>
            </a:xfrm>
            <a:prstGeom prst="round2SameRect">
              <a:avLst/>
            </a:prstGeom>
            <a:solidFill>
              <a:schemeClr val="tx2">
                <a:lumMod val="40000"/>
                <a:lumOff val="60000"/>
              </a:scheme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srgbClr val="FFFFFF">
                      <a:lumMod val="100000"/>
                    </a:srgbClr>
                  </a:solidFill>
                  <a:effectLst/>
                  <a:uLnTx/>
                  <a:uFillTx/>
                  <a:latin typeface="Marianne"/>
                  <a:ea typeface="+mn-ea"/>
                  <a:cs typeface="+mn-cs"/>
                </a:rPr>
                <a:t>Etudes amont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dirty="0">
                  <a:ln>
                    <a:noFill/>
                  </a:ln>
                  <a:solidFill>
                    <a:srgbClr val="FFFFFF">
                      <a:lumMod val="100000"/>
                    </a:srgbClr>
                  </a:solidFill>
                  <a:effectLst/>
                  <a:uLnTx/>
                  <a:uFillTx/>
                  <a:latin typeface="Marianne"/>
                  <a:ea typeface="+mn-ea"/>
                  <a:cs typeface="+mn-cs"/>
                </a:rPr>
                <a:t>(avant projet ou besoin)</a:t>
              </a:r>
            </a:p>
          </p:txBody>
        </p:sp>
      </p:grpSp>
      <p:grpSp>
        <p:nvGrpSpPr>
          <p:cNvPr id="64" name="Groupe 63">
            <a:extLst>
              <a:ext uri="{FF2B5EF4-FFF2-40B4-BE49-F238E27FC236}">
                <a16:creationId xmlns:a16="http://schemas.microsoft.com/office/drawing/2014/main" id="{30603A9C-4E75-6E8D-F9DA-E5D8A05B220C}"/>
              </a:ext>
            </a:extLst>
          </p:cNvPr>
          <p:cNvGrpSpPr>
            <a:grpSpLocks/>
          </p:cNvGrpSpPr>
          <p:nvPr/>
        </p:nvGrpSpPr>
        <p:grpSpPr>
          <a:xfrm>
            <a:off x="8517872" y="3405034"/>
            <a:ext cx="2994982" cy="1780321"/>
            <a:chOff x="5111635" y="3510136"/>
            <a:chExt cx="2994982" cy="1780321"/>
          </a:xfrm>
        </p:grpSpPr>
        <p:sp>
          <p:nvSpPr>
            <p:cNvPr id="13" name="Rectangle : avec coins arrondis en haut 12">
              <a:extLst>
                <a:ext uri="{FF2B5EF4-FFF2-40B4-BE49-F238E27FC236}">
                  <a16:creationId xmlns:a16="http://schemas.microsoft.com/office/drawing/2014/main" id="{9D70515D-34D7-1556-17A0-ACF180196B97}"/>
                </a:ext>
              </a:extLst>
            </p:cNvPr>
            <p:cNvSpPr>
              <a:spLocks/>
            </p:cNvSpPr>
            <p:nvPr/>
          </p:nvSpPr>
          <p:spPr>
            <a:xfrm>
              <a:off x="5111635" y="3780640"/>
              <a:ext cx="2994982" cy="1509817"/>
            </a:xfrm>
            <a:prstGeom prst="round2SameRect">
              <a:avLst>
                <a:gd name="adj1" fmla="val 0"/>
                <a:gd name="adj2" fmla="val 8880"/>
              </a:avLst>
            </a:prstGeom>
            <a:solidFill>
              <a:schemeClr val="accent4">
                <a:lumMod val="20000"/>
                <a:lumOff val="80000"/>
              </a:scheme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Design </a:t>
              </a:r>
              <a:r>
                <a:rPr kumimoji="0" lang="fr-FR" sz="1400" b="0" i="0" u="none" strike="noStrike" kern="1200" cap="none" spc="0" normalizeH="0" baseline="0" noProof="0" err="1">
                  <a:ln>
                    <a:noFill/>
                  </a:ln>
                  <a:solidFill>
                    <a:srgbClr val="000000">
                      <a:lumMod val="100000"/>
                    </a:srgbClr>
                  </a:solidFill>
                  <a:effectLst/>
                  <a:uLnTx/>
                  <a:uFillTx/>
                  <a:latin typeface="Marianne"/>
                  <a:ea typeface="+mn-ea"/>
                  <a:cs typeface="+mn-cs"/>
                </a:rPr>
                <a:t>Authority</a:t>
              </a: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 / Doctrine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Référentiels &amp; Standards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Cartographies SI</a:t>
              </a:r>
            </a:p>
          </p:txBody>
        </p:sp>
        <p:sp>
          <p:nvSpPr>
            <p:cNvPr id="21" name="Rectangle : avec coins arrondis en haut 20">
              <a:extLst>
                <a:ext uri="{FF2B5EF4-FFF2-40B4-BE49-F238E27FC236}">
                  <a16:creationId xmlns:a16="http://schemas.microsoft.com/office/drawing/2014/main" id="{5A270A10-5F43-2F6B-D0FA-3ADE09C835F7}"/>
                </a:ext>
              </a:extLst>
            </p:cNvPr>
            <p:cNvSpPr>
              <a:spLocks/>
            </p:cNvSpPr>
            <p:nvPr/>
          </p:nvSpPr>
          <p:spPr>
            <a:xfrm>
              <a:off x="5111635" y="3510136"/>
              <a:ext cx="2994982" cy="429853"/>
            </a:xfrm>
            <a:prstGeom prst="round2SameRect">
              <a:avLst/>
            </a:prstGeom>
            <a:solidFill>
              <a:schemeClr val="accent4"/>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0" cap="none" spc="0" normalizeH="0" baseline="0" noProof="0">
                  <a:ln>
                    <a:noFill/>
                  </a:ln>
                  <a:solidFill>
                    <a:srgbClr val="FFFFFF">
                      <a:lumMod val="100000"/>
                    </a:srgbClr>
                  </a:solidFill>
                  <a:effectLst/>
                  <a:uLnTx/>
                  <a:uFillTx/>
                  <a:latin typeface="Marianne"/>
                  <a:ea typeface="+mn-ea"/>
                  <a:cs typeface="+mn-cs"/>
                </a:rPr>
                <a:t>Cadre de référence</a:t>
              </a:r>
            </a:p>
          </p:txBody>
        </p:sp>
      </p:grpSp>
      <p:grpSp>
        <p:nvGrpSpPr>
          <p:cNvPr id="65" name="Groupe 64">
            <a:extLst>
              <a:ext uri="{FF2B5EF4-FFF2-40B4-BE49-F238E27FC236}">
                <a16:creationId xmlns:a16="http://schemas.microsoft.com/office/drawing/2014/main" id="{FAA52827-5A6E-8258-9AD5-AD65A221DADF}"/>
              </a:ext>
            </a:extLst>
          </p:cNvPr>
          <p:cNvGrpSpPr>
            <a:grpSpLocks/>
          </p:cNvGrpSpPr>
          <p:nvPr/>
        </p:nvGrpSpPr>
        <p:grpSpPr>
          <a:xfrm>
            <a:off x="5111635" y="3405034"/>
            <a:ext cx="2994982" cy="1780321"/>
            <a:chOff x="8517872" y="3510136"/>
            <a:chExt cx="2994982" cy="1780321"/>
          </a:xfrm>
        </p:grpSpPr>
        <p:sp>
          <p:nvSpPr>
            <p:cNvPr id="14" name="Rectangle : avec coins arrondis en haut 13">
              <a:extLst>
                <a:ext uri="{FF2B5EF4-FFF2-40B4-BE49-F238E27FC236}">
                  <a16:creationId xmlns:a16="http://schemas.microsoft.com/office/drawing/2014/main" id="{5F3E71E1-DA7D-F0DC-B40F-AE58909E365E}"/>
                </a:ext>
              </a:extLst>
            </p:cNvPr>
            <p:cNvSpPr>
              <a:spLocks/>
            </p:cNvSpPr>
            <p:nvPr/>
          </p:nvSpPr>
          <p:spPr>
            <a:xfrm>
              <a:off x="8517872" y="3780640"/>
              <a:ext cx="2994982" cy="1509817"/>
            </a:xfrm>
            <a:prstGeom prst="round2SameRect">
              <a:avLst>
                <a:gd name="adj1" fmla="val 0"/>
                <a:gd name="adj2" fmla="val 8073"/>
              </a:avLst>
            </a:prstGeom>
            <a:solidFill>
              <a:schemeClr val="accent1">
                <a:lumMod val="10000"/>
                <a:lumOff val="90000"/>
              </a:scheme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Support/Expertise DSIN (RUN/Projets)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Support Métiers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a:ln>
                    <a:noFill/>
                  </a:ln>
                  <a:solidFill>
                    <a:srgbClr val="000000">
                      <a:lumMod val="100000"/>
                    </a:srgbClr>
                  </a:solidFill>
                  <a:effectLst/>
                  <a:uLnTx/>
                  <a:uFillTx/>
                  <a:latin typeface="Marianne"/>
                  <a:ea typeface="+mn-ea"/>
                  <a:cs typeface="+mn-cs"/>
                </a:rPr>
                <a:t>Accompagnement / Formations</a:t>
              </a:r>
            </a:p>
          </p:txBody>
        </p:sp>
        <p:sp>
          <p:nvSpPr>
            <p:cNvPr id="22" name="Rectangle : avec coins arrondis en haut 21">
              <a:extLst>
                <a:ext uri="{FF2B5EF4-FFF2-40B4-BE49-F238E27FC236}">
                  <a16:creationId xmlns:a16="http://schemas.microsoft.com/office/drawing/2014/main" id="{105C3FC5-6E31-827B-D4A4-FD1A04316F30}"/>
                </a:ext>
              </a:extLst>
            </p:cNvPr>
            <p:cNvSpPr>
              <a:spLocks/>
            </p:cNvSpPr>
            <p:nvPr/>
          </p:nvSpPr>
          <p:spPr>
            <a:xfrm>
              <a:off x="8517872" y="3510136"/>
              <a:ext cx="2994982" cy="429853"/>
            </a:xfrm>
            <a:prstGeom prst="round2SameRect">
              <a:avLst/>
            </a:prstGeom>
            <a:solidFill>
              <a:schemeClr val="accent1">
                <a:lumMod val="75000"/>
                <a:lumOff val="25000"/>
              </a:scheme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FFFFFF">
                      <a:lumMod val="100000"/>
                    </a:srgbClr>
                  </a:solidFill>
                  <a:effectLst/>
                  <a:uLnTx/>
                  <a:uFillTx/>
                  <a:latin typeface="Marianne"/>
                  <a:ea typeface="+mn-ea"/>
                  <a:cs typeface="+mn-cs"/>
                </a:rPr>
                <a:t>Expertise &amp; support</a:t>
              </a:r>
              <a:endParaRPr kumimoji="0" lang="fr-FR" sz="1400" b="1" i="0" u="none" strike="noStrike" kern="0" cap="none" spc="0" normalizeH="0" baseline="0" noProof="0" dirty="0">
                <a:ln>
                  <a:noFill/>
                </a:ln>
                <a:solidFill>
                  <a:srgbClr val="FFFFFF">
                    <a:lumMod val="100000"/>
                  </a:srgbClr>
                </a:solidFill>
                <a:effectLst/>
                <a:uLnTx/>
                <a:uFillTx/>
                <a:latin typeface="Marianne"/>
                <a:ea typeface="+mn-ea"/>
                <a:cs typeface="+mn-cs"/>
              </a:endParaRPr>
            </a:p>
          </p:txBody>
        </p:sp>
      </p:grpSp>
      <p:sp>
        <p:nvSpPr>
          <p:cNvPr id="25" name="TextBox 57">
            <a:extLst>
              <a:ext uri="{FF2B5EF4-FFF2-40B4-BE49-F238E27FC236}">
                <a16:creationId xmlns:a16="http://schemas.microsoft.com/office/drawing/2014/main" id="{2DB3DFE0-D3E2-8865-8C4B-000342F1B4F7}"/>
              </a:ext>
            </a:extLst>
          </p:cNvPr>
          <p:cNvSpPr txBox="1">
            <a:spLocks/>
          </p:cNvSpPr>
          <p:nvPr/>
        </p:nvSpPr>
        <p:spPr>
          <a:xfrm>
            <a:off x="5217253" y="2057584"/>
            <a:ext cx="2939370" cy="589002"/>
          </a:xfrm>
          <a:prstGeom prst="roundRect">
            <a:avLst>
              <a:gd name="adj" fmla="val 20093"/>
            </a:avLst>
          </a:prstGeom>
          <a:noFill/>
          <a:extLst>
            <a:ext uri="{909E8E84-426E-40DD-AFC4-6F175D3DCCD1}">
              <a14:hiddenFill xmlns:a14="http://schemas.microsoft.com/office/drawing/2010/main">
                <a:solidFill>
                  <a:schemeClr val="bg1">
                    <a:lumMod val="85000"/>
                  </a:schemeClr>
                </a:solidFill>
              </a14:hiddenFill>
            </a:ext>
          </a:extLst>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1A1A1A"/>
                </a:solidFill>
                <a:effectLst/>
                <a:uLnTx/>
                <a:uFillTx/>
                <a:latin typeface="Marianne"/>
                <a:ea typeface="+mn-ea"/>
                <a:cs typeface="+mn-cs"/>
              </a:rPr>
              <a:t>Accompagner</a:t>
            </a:r>
            <a:r>
              <a:rPr kumimoji="0" lang="en-US" sz="1400" b="1" i="0" u="none" strike="noStrike" kern="1200" cap="none" spc="0" normalizeH="0" baseline="0" noProof="0">
                <a:ln>
                  <a:noFill/>
                </a:ln>
                <a:solidFill>
                  <a:srgbClr val="1A1A1A"/>
                </a:solidFill>
                <a:effectLst/>
                <a:uLnTx/>
                <a:uFillTx/>
                <a:latin typeface="Marianne"/>
                <a:ea typeface="+mn-ea"/>
                <a:cs typeface="+mn-cs"/>
              </a:rPr>
              <a:t> les équipes projets et métiers</a:t>
            </a:r>
            <a:endParaRPr kumimoji="0" lang="fr-FR" sz="1400" b="0" i="0" u="none" strike="noStrike" kern="0" cap="none" spc="0" normalizeH="0" baseline="0" noProof="0">
              <a:ln>
                <a:noFill/>
              </a:ln>
              <a:solidFill>
                <a:srgbClr val="000000"/>
              </a:solidFill>
              <a:effectLst/>
              <a:uLnTx/>
              <a:uFillTx/>
              <a:latin typeface="Marianne"/>
              <a:ea typeface="+mn-ea"/>
              <a:cs typeface="+mn-cs"/>
            </a:endParaRPr>
          </a:p>
        </p:txBody>
      </p:sp>
      <p:sp>
        <p:nvSpPr>
          <p:cNvPr id="4" name="TextBox 57">
            <a:extLst>
              <a:ext uri="{FF2B5EF4-FFF2-40B4-BE49-F238E27FC236}">
                <a16:creationId xmlns:a16="http://schemas.microsoft.com/office/drawing/2014/main" id="{3B62110C-3981-7756-C7B2-F9CB64DACFFB}"/>
              </a:ext>
            </a:extLst>
          </p:cNvPr>
          <p:cNvSpPr txBox="1">
            <a:spLocks/>
          </p:cNvSpPr>
          <p:nvPr/>
        </p:nvSpPr>
        <p:spPr>
          <a:xfrm>
            <a:off x="1811017" y="2057584"/>
            <a:ext cx="2783746" cy="589002"/>
          </a:xfrm>
          <a:prstGeom prst="roundRect">
            <a:avLst>
              <a:gd name="adj" fmla="val 20093"/>
            </a:avLst>
          </a:prstGeom>
          <a:noFill/>
          <a:extLst>
            <a:ext uri="{909E8E84-426E-40DD-AFC4-6F175D3DCCD1}">
              <a14:hiddenFill xmlns:a14="http://schemas.microsoft.com/office/drawing/2010/main">
                <a:solidFill>
                  <a:schemeClr val="bg1">
                    <a:lumMod val="85000"/>
                  </a:schemeClr>
                </a:solidFill>
              </a14:hiddenFill>
            </a:ext>
          </a:extLst>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1A1A1A"/>
                </a:solidFill>
                <a:effectLst/>
                <a:uLnTx/>
                <a:uFillTx/>
                <a:latin typeface="Marianne"/>
                <a:ea typeface="+mn-ea"/>
                <a:cs typeface="+mn-cs"/>
              </a:rPr>
              <a:t>Éclairer</a:t>
            </a:r>
            <a:r>
              <a:rPr kumimoji="0" lang="en-US" sz="1400" b="1" i="0" u="none" strike="noStrike" kern="1200" cap="none" spc="0" normalizeH="0" baseline="0" noProof="0">
                <a:ln>
                  <a:noFill/>
                </a:ln>
                <a:solidFill>
                  <a:srgbClr val="1A1A1A"/>
                </a:solidFill>
                <a:effectLst/>
                <a:uLnTx/>
                <a:uFillTx/>
                <a:latin typeface="Marianne"/>
                <a:ea typeface="+mn-ea"/>
                <a:cs typeface="+mn-cs"/>
              </a:rPr>
              <a:t> les </a:t>
            </a:r>
            <a:r>
              <a:rPr kumimoji="0" lang="en-US" sz="1400" b="1" i="0" u="none" strike="noStrike" kern="1200" cap="none" spc="0" normalizeH="0" baseline="0" noProof="0" err="1">
                <a:ln>
                  <a:noFill/>
                </a:ln>
                <a:solidFill>
                  <a:srgbClr val="1A1A1A"/>
                </a:solidFill>
                <a:effectLst/>
                <a:uLnTx/>
                <a:uFillTx/>
                <a:latin typeface="Marianne"/>
                <a:ea typeface="+mn-ea"/>
                <a:cs typeface="+mn-cs"/>
              </a:rPr>
              <a:t>décisions</a:t>
            </a:r>
            <a:r>
              <a:rPr kumimoji="0" lang="en-US" sz="1400" b="1" i="0" u="none" strike="noStrike" kern="1200" cap="none" spc="0" normalizeH="0" baseline="0" noProof="0">
                <a:ln>
                  <a:noFill/>
                </a:ln>
                <a:solidFill>
                  <a:srgbClr val="1A1A1A"/>
                </a:solidFill>
                <a:effectLst/>
                <a:uLnTx/>
                <a:uFillTx/>
                <a:latin typeface="Marianne"/>
                <a:ea typeface="+mn-ea"/>
                <a:cs typeface="+mn-cs"/>
              </a:rPr>
              <a:t> </a:t>
            </a:r>
            <a:r>
              <a:rPr kumimoji="0" lang="en-US" sz="1400" b="1" i="0" u="none" strike="noStrike" kern="1200" cap="none" spc="0" normalizeH="0" baseline="0" noProof="0" err="1">
                <a:ln>
                  <a:noFill/>
                </a:ln>
                <a:solidFill>
                  <a:srgbClr val="1A1A1A"/>
                </a:solidFill>
                <a:effectLst/>
                <a:uLnTx/>
                <a:uFillTx/>
                <a:latin typeface="Marianne"/>
                <a:ea typeface="+mn-ea"/>
                <a:cs typeface="+mn-cs"/>
              </a:rPr>
              <a:t>stratégiques</a:t>
            </a:r>
            <a:endParaRPr kumimoji="0" lang="fr-FR" sz="1400" b="0" i="0" u="none" strike="noStrike" kern="0" cap="none" spc="0" normalizeH="0" baseline="0" noProof="0">
              <a:ln>
                <a:noFill/>
              </a:ln>
              <a:solidFill>
                <a:srgbClr val="000000"/>
              </a:solidFill>
              <a:effectLst/>
              <a:uLnTx/>
              <a:uFillTx/>
              <a:latin typeface="Marianne"/>
              <a:ea typeface="+mn-ea"/>
              <a:cs typeface="+mn-cs"/>
            </a:endParaRPr>
          </a:p>
        </p:txBody>
      </p:sp>
      <p:sp>
        <p:nvSpPr>
          <p:cNvPr id="5" name="TextBox 57">
            <a:extLst>
              <a:ext uri="{FF2B5EF4-FFF2-40B4-BE49-F238E27FC236}">
                <a16:creationId xmlns:a16="http://schemas.microsoft.com/office/drawing/2014/main" id="{2A386583-E864-631C-1C4D-8984D35D373A}"/>
              </a:ext>
            </a:extLst>
          </p:cNvPr>
          <p:cNvSpPr txBox="1">
            <a:spLocks/>
          </p:cNvSpPr>
          <p:nvPr/>
        </p:nvSpPr>
        <p:spPr>
          <a:xfrm>
            <a:off x="8545678" y="2057584"/>
            <a:ext cx="2783746" cy="589002"/>
          </a:xfrm>
          <a:prstGeom prst="roundRect">
            <a:avLst>
              <a:gd name="adj" fmla="val 20093"/>
            </a:avLst>
          </a:prstGeom>
          <a:noFill/>
          <a:extLst>
            <a:ext uri="{909E8E84-426E-40DD-AFC4-6F175D3DCCD1}">
              <a14:hiddenFill xmlns:a14="http://schemas.microsoft.com/office/drawing/2010/main">
                <a:solidFill>
                  <a:schemeClr val="bg1">
                    <a:lumMod val="85000"/>
                  </a:schemeClr>
                </a:solidFill>
              </a14:hiddenFill>
            </a:ext>
          </a:extLst>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1A1A1A"/>
                </a:solidFill>
                <a:effectLst/>
                <a:uLnTx/>
                <a:uFillTx/>
                <a:latin typeface="Marianne"/>
                <a:ea typeface="+mn-ea"/>
                <a:cs typeface="+mn-cs"/>
              </a:rPr>
              <a:t>Garantir</a:t>
            </a:r>
            <a:r>
              <a:rPr kumimoji="0" lang="en-US" sz="1400" b="1" i="0" u="none" strike="noStrike" kern="1200" cap="none" spc="0" normalizeH="0" baseline="0" noProof="0">
                <a:ln>
                  <a:noFill/>
                </a:ln>
                <a:solidFill>
                  <a:srgbClr val="1A1A1A"/>
                </a:solidFill>
                <a:effectLst/>
                <a:uLnTx/>
                <a:uFillTx/>
                <a:latin typeface="Marianne"/>
                <a:ea typeface="+mn-ea"/>
                <a:cs typeface="+mn-cs"/>
              </a:rPr>
              <a:t> la </a:t>
            </a:r>
            <a:r>
              <a:rPr kumimoji="0" lang="en-US" sz="1400" b="1" i="0" u="none" strike="noStrike" kern="1200" cap="none" spc="0" normalizeH="0" baseline="0" noProof="0" err="1">
                <a:ln>
                  <a:noFill/>
                </a:ln>
                <a:solidFill>
                  <a:srgbClr val="1A1A1A"/>
                </a:solidFill>
                <a:effectLst/>
                <a:uLnTx/>
                <a:uFillTx/>
                <a:latin typeface="Marianne"/>
                <a:ea typeface="+mn-ea"/>
                <a:cs typeface="+mn-cs"/>
              </a:rPr>
              <a:t>cohérence</a:t>
            </a:r>
            <a:r>
              <a:rPr kumimoji="0" lang="en-US" sz="1400" b="1" i="0" u="none" strike="noStrike" kern="1200" cap="none" spc="0" normalizeH="0" baseline="0" noProof="0">
                <a:ln>
                  <a:noFill/>
                </a:ln>
                <a:solidFill>
                  <a:srgbClr val="1A1A1A"/>
                </a:solidFill>
                <a:effectLst/>
                <a:uLnTx/>
                <a:uFillTx/>
                <a:latin typeface="Marianne"/>
                <a:ea typeface="+mn-ea"/>
                <a:cs typeface="+mn-cs"/>
              </a:rPr>
              <a:t> et la </a:t>
            </a:r>
            <a:r>
              <a:rPr kumimoji="0" lang="en-US" sz="1400" b="1" i="0" u="none" strike="noStrike" kern="1200" cap="none" spc="0" normalizeH="0" baseline="0" noProof="0" err="1">
                <a:ln>
                  <a:noFill/>
                </a:ln>
                <a:solidFill>
                  <a:srgbClr val="1A1A1A"/>
                </a:solidFill>
                <a:effectLst/>
                <a:uLnTx/>
                <a:uFillTx/>
                <a:latin typeface="Marianne"/>
                <a:ea typeface="+mn-ea"/>
                <a:cs typeface="+mn-cs"/>
              </a:rPr>
              <a:t>gouvernance</a:t>
            </a:r>
            <a:endParaRPr kumimoji="0" lang="fr-FR" sz="1400" b="0" i="0" u="none" strike="noStrike" kern="0" cap="none" spc="0" normalizeH="0" baseline="0" noProof="0">
              <a:ln>
                <a:noFill/>
              </a:ln>
              <a:solidFill>
                <a:srgbClr val="000000"/>
              </a:solidFill>
              <a:effectLst/>
              <a:uLnTx/>
              <a:uFillTx/>
              <a:latin typeface="Marianne"/>
              <a:ea typeface="+mn-ea"/>
              <a:cs typeface="+mn-cs"/>
            </a:endParaRPr>
          </a:p>
        </p:txBody>
      </p:sp>
      <p:sp>
        <p:nvSpPr>
          <p:cNvPr id="29" name="Rectangle : avec coins arrondis en haut 28">
            <a:extLst>
              <a:ext uri="{FF2B5EF4-FFF2-40B4-BE49-F238E27FC236}">
                <a16:creationId xmlns:a16="http://schemas.microsoft.com/office/drawing/2014/main" id="{C7D2DA1C-C72D-9FCD-2417-D0193AD78C23}"/>
              </a:ext>
            </a:extLst>
          </p:cNvPr>
          <p:cNvSpPr>
            <a:spLocks/>
          </p:cNvSpPr>
          <p:nvPr/>
        </p:nvSpPr>
        <p:spPr>
          <a:xfrm>
            <a:off x="1644657" y="936548"/>
            <a:ext cx="9928939" cy="293611"/>
          </a:xfrm>
          <a:prstGeom prst="round2SameRect">
            <a:avLst>
              <a:gd name="adj1" fmla="val 34565"/>
              <a:gd name="adj2" fmla="val 0"/>
            </a:avLst>
          </a:prstGeom>
          <a:solidFill>
            <a:schemeClr val="tx2">
              <a:lumMod val="100000"/>
            </a:schemeClr>
          </a:solidFill>
          <a:ln w="28575" cap="flat" cmpd="sng" algn="ctr">
            <a:solidFill>
              <a:schemeClr val="tx2">
                <a:lumMod val="100000"/>
              </a:schemeClr>
            </a:solidFill>
            <a:prstDash val="solid"/>
            <a:round/>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Marianne"/>
                <a:ea typeface="+mn-ea"/>
                <a:cs typeface="+mn-cs"/>
              </a:rPr>
              <a:t>3 missions …</a:t>
            </a:r>
          </a:p>
        </p:txBody>
      </p:sp>
      <p:sp>
        <p:nvSpPr>
          <p:cNvPr id="31" name="TextBox 58">
            <a:extLst>
              <a:ext uri="{FF2B5EF4-FFF2-40B4-BE49-F238E27FC236}">
                <a16:creationId xmlns:a16="http://schemas.microsoft.com/office/drawing/2014/main" id="{48062749-F175-A73A-7598-949E594290A3}"/>
              </a:ext>
            </a:extLst>
          </p:cNvPr>
          <p:cNvSpPr txBox="1">
            <a:spLocks/>
          </p:cNvSpPr>
          <p:nvPr/>
        </p:nvSpPr>
        <p:spPr bwMode="gray">
          <a:xfrm>
            <a:off x="1644657" y="3010724"/>
            <a:ext cx="9928939" cy="262223"/>
          </a:xfrm>
          <a:prstGeom prst="rect">
            <a:avLst/>
          </a:prstGeom>
        </p:spPr>
        <p:txBody>
          <a:bodyPr vert="horz" lIns="0" tIns="0" rIns="0" bIns="0" rtlCol="0" anchor="t" anchorCtr="0">
            <a:noAutofit/>
          </a:bodyPr>
          <a:lst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667"/>
              </a:spcAft>
              <a:buClrTx/>
              <a:buSzTx/>
              <a:buFont typeface="Arial" pitchFamily="34" charset="0"/>
              <a:buNone/>
              <a:tabLst/>
              <a:defRPr/>
            </a:pPr>
            <a:r>
              <a:rPr kumimoji="0" lang="fr-FR" sz="1600" b="1" i="0" u="none" strike="noStrike" kern="1200" cap="none" spc="0" normalizeH="0" baseline="0" noProof="0">
                <a:ln>
                  <a:noFill/>
                </a:ln>
                <a:solidFill>
                  <a:srgbClr val="000091">
                    <a:lumMod val="100000"/>
                  </a:srgbClr>
                </a:solidFill>
                <a:effectLst/>
                <a:uLnTx/>
                <a:uFillTx/>
                <a:latin typeface="Marianne"/>
                <a:ea typeface="+mn-ea"/>
                <a:cs typeface="+mn-cs"/>
              </a:rPr>
              <a:t>… menées à travers 3 chantiers …</a:t>
            </a:r>
          </a:p>
        </p:txBody>
      </p:sp>
      <p:sp>
        <p:nvSpPr>
          <p:cNvPr id="40" name="TextBox 58">
            <a:extLst>
              <a:ext uri="{FF2B5EF4-FFF2-40B4-BE49-F238E27FC236}">
                <a16:creationId xmlns:a16="http://schemas.microsoft.com/office/drawing/2014/main" id="{08B38C93-3FC7-7695-24B1-0CB25ADF27A7}"/>
              </a:ext>
            </a:extLst>
          </p:cNvPr>
          <p:cNvSpPr txBox="1">
            <a:spLocks/>
          </p:cNvSpPr>
          <p:nvPr/>
        </p:nvSpPr>
        <p:spPr bwMode="gray">
          <a:xfrm>
            <a:off x="1644657" y="5364027"/>
            <a:ext cx="9928939" cy="262223"/>
          </a:xfrm>
          <a:prstGeom prst="rect">
            <a:avLst/>
          </a:prstGeom>
        </p:spPr>
        <p:txBody>
          <a:bodyPr vert="horz" lIns="0" tIns="0" rIns="0" bIns="0" rtlCol="0" anchor="t" anchorCtr="0">
            <a:noAutofit/>
          </a:bodyPr>
          <a:lst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667"/>
              </a:spcAft>
              <a:buClrTx/>
              <a:buSzTx/>
              <a:buFont typeface="Arial" pitchFamily="34" charset="0"/>
              <a:buNone/>
              <a:tabLst/>
              <a:defRPr/>
            </a:pPr>
            <a:r>
              <a:rPr kumimoji="0" lang="fr-FR" sz="1600" b="1" i="0" u="none" strike="noStrike" kern="1200" cap="none" spc="0" normalizeH="0" baseline="0" noProof="0">
                <a:ln>
                  <a:noFill/>
                </a:ln>
                <a:solidFill>
                  <a:srgbClr val="000091">
                    <a:lumMod val="100000"/>
                  </a:srgbClr>
                </a:solidFill>
                <a:effectLst/>
                <a:uLnTx/>
                <a:uFillTx/>
                <a:latin typeface="Marianne"/>
                <a:ea typeface="+mn-ea"/>
                <a:cs typeface="+mn-cs"/>
              </a:rPr>
              <a:t>… tout au long du cycle de vie</a:t>
            </a:r>
          </a:p>
        </p:txBody>
      </p:sp>
      <p:sp>
        <p:nvSpPr>
          <p:cNvPr id="48" name="TextBox 57">
            <a:extLst>
              <a:ext uri="{FF2B5EF4-FFF2-40B4-BE49-F238E27FC236}">
                <a16:creationId xmlns:a16="http://schemas.microsoft.com/office/drawing/2014/main" id="{B44C9C69-D877-2F44-237F-0AA32F8C9BA0}"/>
              </a:ext>
            </a:extLst>
          </p:cNvPr>
          <p:cNvSpPr txBox="1">
            <a:spLocks/>
          </p:cNvSpPr>
          <p:nvPr/>
        </p:nvSpPr>
        <p:spPr>
          <a:xfrm>
            <a:off x="5111635" y="5755228"/>
            <a:ext cx="2994982" cy="346472"/>
          </a:xfrm>
          <a:prstGeom prst="roundRect">
            <a:avLst>
              <a:gd name="adj" fmla="val 20093"/>
            </a:avLst>
          </a:prstGeom>
          <a:solidFill>
            <a:srgbClr val="EBEBFF"/>
          </a:solidFill>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a:ln>
                  <a:noFill/>
                </a:ln>
                <a:solidFill>
                  <a:srgbClr val="000000"/>
                </a:solidFill>
                <a:effectLst/>
                <a:uLnTx/>
                <a:uFillTx/>
                <a:latin typeface="Marianne"/>
                <a:ea typeface="+mn-ea"/>
                <a:cs typeface="+mn-cs"/>
              </a:rPr>
              <a:t>Pendant les projets</a:t>
            </a:r>
          </a:p>
        </p:txBody>
      </p:sp>
      <p:sp>
        <p:nvSpPr>
          <p:cNvPr id="49" name="TextBox 57">
            <a:extLst>
              <a:ext uri="{FF2B5EF4-FFF2-40B4-BE49-F238E27FC236}">
                <a16:creationId xmlns:a16="http://schemas.microsoft.com/office/drawing/2014/main" id="{E7244355-0524-F450-EF68-B0ADBFCB0FCC}"/>
              </a:ext>
            </a:extLst>
          </p:cNvPr>
          <p:cNvSpPr txBox="1">
            <a:spLocks/>
          </p:cNvSpPr>
          <p:nvPr/>
        </p:nvSpPr>
        <p:spPr>
          <a:xfrm>
            <a:off x="1705399" y="5755228"/>
            <a:ext cx="2994982" cy="346472"/>
          </a:xfrm>
          <a:prstGeom prst="roundRect">
            <a:avLst>
              <a:gd name="adj" fmla="val 20093"/>
            </a:avLst>
          </a:prstGeom>
          <a:solidFill>
            <a:srgbClr val="EBEBFF"/>
          </a:solidFill>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1A1A"/>
                </a:solidFill>
                <a:effectLst/>
                <a:uLnTx/>
                <a:uFillTx/>
                <a:latin typeface="Marianne"/>
                <a:ea typeface="+mn-ea"/>
                <a:cs typeface="+mn-cs"/>
              </a:rPr>
              <a:t>En </a:t>
            </a:r>
            <a:r>
              <a:rPr kumimoji="0" lang="en-US" sz="1400" b="1" i="0" u="none" strike="noStrike" kern="1200" cap="none" spc="0" normalizeH="0" baseline="0" noProof="0" err="1">
                <a:ln>
                  <a:noFill/>
                </a:ln>
                <a:solidFill>
                  <a:srgbClr val="1A1A1A"/>
                </a:solidFill>
                <a:effectLst/>
                <a:uLnTx/>
                <a:uFillTx/>
                <a:latin typeface="Marianne"/>
                <a:ea typeface="+mn-ea"/>
                <a:cs typeface="+mn-cs"/>
              </a:rPr>
              <a:t>amont</a:t>
            </a:r>
            <a:r>
              <a:rPr kumimoji="0" lang="en-US" sz="1400" b="1" i="0" u="none" strike="noStrike" kern="1200" cap="none" spc="0" normalizeH="0" baseline="0" noProof="0">
                <a:ln>
                  <a:noFill/>
                </a:ln>
                <a:solidFill>
                  <a:srgbClr val="1A1A1A"/>
                </a:solidFill>
                <a:effectLst/>
                <a:uLnTx/>
                <a:uFillTx/>
                <a:latin typeface="Marianne"/>
                <a:ea typeface="+mn-ea"/>
                <a:cs typeface="+mn-cs"/>
              </a:rPr>
              <a:t> des projets</a:t>
            </a:r>
            <a:endParaRPr kumimoji="0" lang="fr-FR" sz="1400" b="0" i="0" u="none" strike="noStrike" kern="0" cap="none" spc="0" normalizeH="0" baseline="0" noProof="0">
              <a:ln>
                <a:noFill/>
              </a:ln>
              <a:solidFill>
                <a:srgbClr val="000000"/>
              </a:solidFill>
              <a:effectLst/>
              <a:uLnTx/>
              <a:uFillTx/>
              <a:latin typeface="Marianne"/>
              <a:ea typeface="+mn-ea"/>
              <a:cs typeface="+mn-cs"/>
            </a:endParaRPr>
          </a:p>
        </p:txBody>
      </p:sp>
      <p:sp>
        <p:nvSpPr>
          <p:cNvPr id="50" name="TextBox 57">
            <a:extLst>
              <a:ext uri="{FF2B5EF4-FFF2-40B4-BE49-F238E27FC236}">
                <a16:creationId xmlns:a16="http://schemas.microsoft.com/office/drawing/2014/main" id="{A03D277C-0D52-3B4E-BE0E-6DFE139C5369}"/>
              </a:ext>
            </a:extLst>
          </p:cNvPr>
          <p:cNvSpPr txBox="1">
            <a:spLocks/>
          </p:cNvSpPr>
          <p:nvPr/>
        </p:nvSpPr>
        <p:spPr>
          <a:xfrm>
            <a:off x="8517872" y="5755228"/>
            <a:ext cx="2994982" cy="346472"/>
          </a:xfrm>
          <a:prstGeom prst="roundRect">
            <a:avLst>
              <a:gd name="adj" fmla="val 20093"/>
            </a:avLst>
          </a:prstGeom>
          <a:solidFill>
            <a:srgbClr val="EBEBFF"/>
          </a:solidFill>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1A1A"/>
                </a:solidFill>
                <a:effectLst/>
                <a:uLnTx/>
                <a:uFillTx/>
                <a:latin typeface="Marianne"/>
                <a:ea typeface="+mn-ea"/>
                <a:cs typeface="+mn-cs"/>
              </a:rPr>
              <a:t>En continu</a:t>
            </a:r>
            <a:endParaRPr kumimoji="0" lang="fr-FR" sz="1400" b="0" i="0" u="none" strike="noStrike" kern="0" cap="none" spc="0" normalizeH="0" baseline="0" noProof="0">
              <a:ln>
                <a:noFill/>
              </a:ln>
              <a:solidFill>
                <a:srgbClr val="000000"/>
              </a:solidFill>
              <a:effectLst/>
              <a:uLnTx/>
              <a:uFillTx/>
              <a:latin typeface="Marianne"/>
              <a:ea typeface="+mn-ea"/>
              <a:cs typeface="+mn-cs"/>
            </a:endParaRPr>
          </a:p>
        </p:txBody>
      </p:sp>
      <p:cxnSp>
        <p:nvCxnSpPr>
          <p:cNvPr id="62" name="Connecteur droit 61">
            <a:extLst>
              <a:ext uri="{FF2B5EF4-FFF2-40B4-BE49-F238E27FC236}">
                <a16:creationId xmlns:a16="http://schemas.microsoft.com/office/drawing/2014/main" id="{A8DAAC79-A8D9-BF60-652E-6BB3C3FDB887}"/>
              </a:ext>
            </a:extLst>
          </p:cNvPr>
          <p:cNvCxnSpPr>
            <a:cxnSpLocks/>
          </p:cNvCxnSpPr>
          <p:nvPr/>
        </p:nvCxnSpPr>
        <p:spPr>
          <a:xfrm>
            <a:off x="4906008" y="1621608"/>
            <a:ext cx="0" cy="736567"/>
          </a:xfrm>
          <a:prstGeom prst="line">
            <a:avLst/>
          </a:prstGeom>
          <a:ln w="9525" cap="flat" cmpd="sng" algn="ctr">
            <a:solidFill>
              <a:schemeClr val="tx2">
                <a:lumMod val="100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AB6A3B98-73F7-6D98-05AD-7D40FF51247A}"/>
              </a:ext>
            </a:extLst>
          </p:cNvPr>
          <p:cNvCxnSpPr>
            <a:cxnSpLocks/>
          </p:cNvCxnSpPr>
          <p:nvPr/>
        </p:nvCxnSpPr>
        <p:spPr>
          <a:xfrm>
            <a:off x="8312245" y="1621608"/>
            <a:ext cx="0" cy="736567"/>
          </a:xfrm>
          <a:prstGeom prst="line">
            <a:avLst/>
          </a:prstGeom>
          <a:ln w="9525" cap="flat" cmpd="sng" algn="ctr">
            <a:solidFill>
              <a:schemeClr val="tx2">
                <a:lumMod val="100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9BD832F-26F1-282A-D261-8B6EE19E1769}"/>
              </a:ext>
            </a:extLst>
          </p:cNvPr>
          <p:cNvSpPr>
            <a:spLocks/>
          </p:cNvSpPr>
          <p:nvPr/>
        </p:nvSpPr>
        <p:spPr>
          <a:xfrm>
            <a:off x="0" y="6416256"/>
            <a:ext cx="12192000" cy="441743"/>
          </a:xfrm>
          <a:prstGeom prst="rect">
            <a:avLst/>
          </a:prstGeom>
          <a:noFill/>
          <a:ln w="25400" cap="flat" cmpd="sng" algn="ctr">
            <a:noFill/>
            <a:prstDash val="solid"/>
          </a:ln>
          <a:effectLst/>
          <a:extLst>
            <a:ext uri="{909E8E84-426E-40DD-AFC4-6F175D3DCCD1}">
              <a14:hiddenFill xmlns:a14="http://schemas.microsoft.com/office/drawing/2010/main">
                <a:solidFill>
                  <a:schemeClr val="accent3">
                    <a:lumMod val="20000"/>
                    <a:lumOff val="80000"/>
                  </a:schemeClr>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1400" b="0" i="1" u="none" strike="noStrike" kern="1200" cap="none" spc="0" normalizeH="0" baseline="0" noProof="0" dirty="0" err="1">
                <a:ln>
                  <a:noFill/>
                </a:ln>
                <a:solidFill>
                  <a:srgbClr val="333333"/>
                </a:solidFill>
                <a:effectLst/>
                <a:uLnTx/>
                <a:uFillTx/>
                <a:latin typeface="Marianne"/>
                <a:ea typeface="+mn-ea"/>
                <a:cs typeface="+mn-cs"/>
              </a:rPr>
              <a:t>Présentation</a:t>
            </a:r>
            <a:r>
              <a:rPr kumimoji="0" lang="en-US" sz="1400" b="0" i="1" u="none" strike="noStrike" kern="1200" cap="none" spc="0" normalizeH="0" baseline="0" noProof="0" dirty="0">
                <a:ln>
                  <a:noFill/>
                </a:ln>
                <a:solidFill>
                  <a:srgbClr val="333333"/>
                </a:solidFill>
                <a:effectLst/>
                <a:uLnTx/>
                <a:uFillTx/>
                <a:latin typeface="Marianne"/>
                <a:ea typeface="+mn-ea"/>
                <a:cs typeface="+mn-cs"/>
              </a:rPr>
              <a:t> en CODIR DSIN des nouveaux entrants </a:t>
            </a:r>
            <a:r>
              <a:rPr kumimoji="0" lang="en-US" sz="1400" b="0" i="1" u="none" strike="noStrike" kern="1200" cap="none" spc="0" normalizeH="0" baseline="0" noProof="0" dirty="0" err="1">
                <a:ln>
                  <a:noFill/>
                </a:ln>
                <a:solidFill>
                  <a:srgbClr val="333333"/>
                </a:solidFill>
                <a:effectLst/>
                <a:uLnTx/>
                <a:uFillTx/>
                <a:latin typeface="Marianne"/>
                <a:ea typeface="+mn-ea"/>
                <a:cs typeface="+mn-cs"/>
              </a:rPr>
              <a:t>ou</a:t>
            </a:r>
            <a:r>
              <a:rPr kumimoji="0" lang="en-US" sz="1400" b="0" i="1" u="none" strike="noStrike" kern="1200" cap="none" spc="0" normalizeH="0" baseline="0" noProof="0" dirty="0">
                <a:ln>
                  <a:noFill/>
                </a:ln>
                <a:solidFill>
                  <a:srgbClr val="333333"/>
                </a:solidFill>
                <a:effectLst/>
                <a:uLnTx/>
                <a:uFillTx/>
                <a:latin typeface="Marianne"/>
                <a:ea typeface="+mn-ea"/>
                <a:cs typeface="+mn-cs"/>
              </a:rPr>
              <a:t> des </a:t>
            </a:r>
            <a:r>
              <a:rPr kumimoji="0" lang="en-US" sz="1400" b="0" i="1" u="none" strike="noStrike" kern="1200" cap="none" spc="0" normalizeH="0" baseline="0" noProof="0" dirty="0" err="1">
                <a:ln>
                  <a:noFill/>
                </a:ln>
                <a:solidFill>
                  <a:srgbClr val="333333"/>
                </a:solidFill>
                <a:effectLst/>
                <a:uLnTx/>
                <a:uFillTx/>
                <a:latin typeface="Marianne"/>
                <a:ea typeface="+mn-ea"/>
                <a:cs typeface="+mn-cs"/>
              </a:rPr>
              <a:t>besoins</a:t>
            </a:r>
            <a:r>
              <a:rPr kumimoji="0" lang="en-US" sz="1400" b="0" i="1" u="none" strike="noStrike" kern="1200" cap="none" spc="0" normalizeH="0" baseline="0" noProof="0" dirty="0">
                <a:ln>
                  <a:noFill/>
                </a:ln>
                <a:solidFill>
                  <a:srgbClr val="333333"/>
                </a:solidFill>
                <a:effectLst/>
                <a:uLnTx/>
                <a:uFillTx/>
                <a:latin typeface="Marianne"/>
                <a:ea typeface="+mn-ea"/>
                <a:cs typeface="+mn-cs"/>
              </a:rPr>
              <a:t> de </a:t>
            </a:r>
            <a:r>
              <a:rPr kumimoji="0" lang="en-US" sz="1400" b="0" i="1" u="none" strike="noStrike" kern="1200" cap="none" spc="0" normalizeH="0" baseline="0" noProof="0" dirty="0" err="1">
                <a:ln>
                  <a:noFill/>
                </a:ln>
                <a:solidFill>
                  <a:srgbClr val="333333"/>
                </a:solidFill>
                <a:effectLst/>
                <a:uLnTx/>
                <a:uFillTx/>
                <a:latin typeface="Marianne"/>
                <a:ea typeface="+mn-ea"/>
                <a:cs typeface="+mn-cs"/>
              </a:rPr>
              <a:t>priorisation</a:t>
            </a:r>
            <a:endParaRPr kumimoji="0" lang="en-US" sz="1400" b="0" i="1" u="none" strike="noStrike" kern="1200" cap="none" spc="0" normalizeH="0" baseline="0" noProof="0" dirty="0">
              <a:ln>
                <a:noFill/>
              </a:ln>
              <a:solidFill>
                <a:srgbClr val="FFFFFF"/>
              </a:solidFill>
              <a:effectLst/>
              <a:uLnTx/>
              <a:uFillTx/>
              <a:latin typeface="Marianne"/>
              <a:ea typeface="+mn-ea"/>
              <a:cs typeface="+mn-cs"/>
            </a:endParaRPr>
          </a:p>
        </p:txBody>
      </p:sp>
    </p:spTree>
    <p:extLst>
      <p:ext uri="{BB962C8B-B14F-4D97-AF65-F5344CB8AC3E}">
        <p14:creationId xmlns:p14="http://schemas.microsoft.com/office/powerpoint/2010/main" val="3262084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5F0A4-EBA5-99C7-E994-3A88E6EE78E3}"/>
            </a:ext>
          </a:extLst>
        </p:cNvPr>
        <p:cNvGrpSpPr/>
        <p:nvPr/>
      </p:nvGrpSpPr>
      <p:grpSpPr>
        <a:xfrm>
          <a:off x="0" y="0"/>
          <a:ext cx="0" cy="0"/>
          <a:chOff x="0" y="0"/>
          <a:chExt cx="0" cy="0"/>
        </a:xfrm>
      </p:grpSpPr>
      <p:sp>
        <p:nvSpPr>
          <p:cNvPr id="74" name="Rectangle 73">
            <a:extLst>
              <a:ext uri="{FF2B5EF4-FFF2-40B4-BE49-F238E27FC236}">
                <a16:creationId xmlns:a16="http://schemas.microsoft.com/office/drawing/2014/main" id="{C8DC307F-6B9F-15FC-7B6D-D9CF240C7FF3}"/>
              </a:ext>
            </a:extLst>
          </p:cNvPr>
          <p:cNvSpPr>
            <a:spLocks/>
          </p:cNvSpPr>
          <p:nvPr/>
        </p:nvSpPr>
        <p:spPr>
          <a:xfrm>
            <a:off x="0" y="5104335"/>
            <a:ext cx="12192000" cy="1753665"/>
          </a:xfrm>
          <a:prstGeom prst="rect">
            <a:avLst/>
          </a:prstGeom>
          <a:solidFill>
            <a:schemeClr val="accent3">
              <a:lumMod val="20000"/>
              <a:lumOff val="80000"/>
            </a:scheme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FFFFFF"/>
              </a:solidFill>
              <a:effectLst/>
              <a:uLnTx/>
              <a:uFillTx/>
              <a:latin typeface="Marianne"/>
              <a:ea typeface="+mn-ea"/>
              <a:cs typeface="+mn-cs"/>
            </a:endParaRPr>
          </a:p>
        </p:txBody>
      </p:sp>
      <p:sp>
        <p:nvSpPr>
          <p:cNvPr id="2" name="Titre 1">
            <a:extLst>
              <a:ext uri="{FF2B5EF4-FFF2-40B4-BE49-F238E27FC236}">
                <a16:creationId xmlns:a16="http://schemas.microsoft.com/office/drawing/2014/main" id="{FCD72ADA-AA31-975F-DBBC-CB27ED6F43B3}"/>
              </a:ext>
            </a:extLst>
          </p:cNvPr>
          <p:cNvSpPr>
            <a:spLocks noGrp="1"/>
          </p:cNvSpPr>
          <p:nvPr>
            <p:ph type="title"/>
          </p:nvPr>
        </p:nvSpPr>
        <p:spPr/>
        <p:txBody>
          <a:bodyPr/>
          <a:lstStyle/>
          <a:p>
            <a:pPr algn="just"/>
            <a:r>
              <a:rPr lang="fr-FR" dirty="0">
                <a:latin typeface="Marianne"/>
              </a:rPr>
              <a:t>Zoom sur le cadre de référence</a:t>
            </a:r>
            <a:endParaRPr lang="en-US" dirty="0"/>
          </a:p>
        </p:txBody>
      </p:sp>
      <p:pic>
        <p:nvPicPr>
          <p:cNvPr id="24" name="Image 23">
            <a:extLst>
              <a:ext uri="{FF2B5EF4-FFF2-40B4-BE49-F238E27FC236}">
                <a16:creationId xmlns:a16="http://schemas.microsoft.com/office/drawing/2014/main" id="{6DB1B0C5-38B0-FF2E-A993-E39F0BE650E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518553" y="219259"/>
            <a:ext cx="456670" cy="451811"/>
          </a:xfrm>
          <a:prstGeom prst="rect">
            <a:avLst/>
          </a:prstGeom>
        </p:spPr>
      </p:pic>
      <p:sp>
        <p:nvSpPr>
          <p:cNvPr id="26" name="TextBox 57">
            <a:extLst>
              <a:ext uri="{FF2B5EF4-FFF2-40B4-BE49-F238E27FC236}">
                <a16:creationId xmlns:a16="http://schemas.microsoft.com/office/drawing/2014/main" id="{16FB7CF0-3ADC-B11E-9F2E-D9CDDADC74A9}"/>
              </a:ext>
            </a:extLst>
          </p:cNvPr>
          <p:cNvSpPr txBox="1">
            <a:spLocks/>
          </p:cNvSpPr>
          <p:nvPr/>
        </p:nvSpPr>
        <p:spPr>
          <a:xfrm>
            <a:off x="8926521" y="174810"/>
            <a:ext cx="2785480" cy="589002"/>
          </a:xfrm>
          <a:prstGeom prst="roundRect">
            <a:avLst>
              <a:gd name="adj" fmla="val 20093"/>
            </a:avLst>
          </a:prstGeom>
          <a:noFill/>
          <a:extLst>
            <a:ext uri="{909E8E84-426E-40DD-AFC4-6F175D3DCCD1}">
              <a14:hiddenFill xmlns:a14="http://schemas.microsoft.com/office/drawing/2010/main">
                <a:solidFill>
                  <a:schemeClr val="bg1">
                    <a:lumMod val="85000"/>
                  </a:schemeClr>
                </a:solidFill>
              </a14:hiddenFill>
            </a:ext>
          </a:extLst>
        </p:spPr>
        <p:txBody>
          <a:bodyPr vert="horz"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1A1A1A"/>
                </a:solidFill>
                <a:effectLst/>
                <a:uLnTx/>
                <a:uFillTx/>
                <a:latin typeface="Marianne"/>
                <a:ea typeface="+mn-ea"/>
                <a:cs typeface="+mn-cs"/>
              </a:rPr>
              <a:t>Mission : </a:t>
            </a:r>
            <a:r>
              <a:rPr kumimoji="0" lang="en-US" sz="1400" b="1" i="1" u="none" strike="noStrike" kern="1200" cap="none" spc="0" normalizeH="0" baseline="0" noProof="0" err="1">
                <a:ln>
                  <a:noFill/>
                </a:ln>
                <a:solidFill>
                  <a:srgbClr val="1A1A1A"/>
                </a:solidFill>
                <a:effectLst/>
                <a:uLnTx/>
                <a:uFillTx/>
                <a:latin typeface="Marianne"/>
                <a:ea typeface="+mn-ea"/>
                <a:cs typeface="+mn-cs"/>
              </a:rPr>
              <a:t>Garantir</a:t>
            </a:r>
            <a:r>
              <a:rPr kumimoji="0" lang="en-US" sz="1400" b="1" i="1" u="none" strike="noStrike" kern="1200" cap="none" spc="0" normalizeH="0" baseline="0" noProof="0">
                <a:ln>
                  <a:noFill/>
                </a:ln>
                <a:solidFill>
                  <a:srgbClr val="1A1A1A"/>
                </a:solidFill>
                <a:effectLst/>
                <a:uLnTx/>
                <a:uFillTx/>
                <a:latin typeface="Marianne"/>
                <a:ea typeface="+mn-ea"/>
                <a:cs typeface="+mn-cs"/>
              </a:rPr>
              <a:t> la coherence et la </a:t>
            </a:r>
            <a:r>
              <a:rPr kumimoji="0" lang="en-US" sz="1400" b="1" i="1" u="none" strike="noStrike" kern="1200" cap="none" spc="0" normalizeH="0" baseline="0" noProof="0" err="1">
                <a:ln>
                  <a:noFill/>
                </a:ln>
                <a:solidFill>
                  <a:srgbClr val="1A1A1A"/>
                </a:solidFill>
                <a:effectLst/>
                <a:uLnTx/>
                <a:uFillTx/>
                <a:latin typeface="Marianne"/>
                <a:ea typeface="+mn-ea"/>
                <a:cs typeface="+mn-cs"/>
              </a:rPr>
              <a:t>gouvernance</a:t>
            </a:r>
            <a:endParaRPr kumimoji="0" lang="fr-FR" sz="1400" b="0" i="1" u="none" strike="noStrike" kern="0" cap="none" spc="0" normalizeH="0" baseline="0" noProof="0">
              <a:ln>
                <a:noFill/>
              </a:ln>
              <a:solidFill>
                <a:srgbClr val="000000"/>
              </a:solidFill>
              <a:effectLst/>
              <a:uLnTx/>
              <a:uFillTx/>
              <a:latin typeface="Marianne"/>
              <a:ea typeface="+mn-ea"/>
              <a:cs typeface="+mn-cs"/>
            </a:endParaRPr>
          </a:p>
        </p:txBody>
      </p:sp>
      <p:sp>
        <p:nvSpPr>
          <p:cNvPr id="11" name="Rectangle : avec coins arrondis en haut 10">
            <a:extLst>
              <a:ext uri="{FF2B5EF4-FFF2-40B4-BE49-F238E27FC236}">
                <a16:creationId xmlns:a16="http://schemas.microsoft.com/office/drawing/2014/main" id="{348E1FE1-60BA-6B79-00DD-F7CE72B9005C}"/>
              </a:ext>
            </a:extLst>
          </p:cNvPr>
          <p:cNvSpPr>
            <a:spLocks/>
          </p:cNvSpPr>
          <p:nvPr/>
        </p:nvSpPr>
        <p:spPr>
          <a:xfrm>
            <a:off x="765135" y="1738470"/>
            <a:ext cx="5061598" cy="2188150"/>
          </a:xfrm>
          <a:prstGeom prst="round2SameRect">
            <a:avLst>
              <a:gd name="adj1" fmla="val 0"/>
              <a:gd name="adj2" fmla="val 6458"/>
            </a:avLst>
          </a:prstGeom>
          <a:solidFill>
            <a:schemeClr val="accent4">
              <a:lumMod val="20000"/>
              <a:lumOff val="80000"/>
            </a:scheme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333333"/>
                </a:solidFill>
                <a:effectLst/>
                <a:uLnTx/>
                <a:uFillTx/>
                <a:latin typeface="Marianne"/>
                <a:ea typeface="+mn-ea"/>
                <a:cs typeface="+mn-cs"/>
              </a:rPr>
              <a:t>Mise</a:t>
            </a:r>
            <a:r>
              <a:rPr kumimoji="0" lang="en-US" sz="1400" b="0" i="0" u="none" strike="noStrike" kern="1200" cap="none" spc="0" normalizeH="0" baseline="0" noProof="0" dirty="0">
                <a:ln>
                  <a:noFill/>
                </a:ln>
                <a:solidFill>
                  <a:srgbClr val="333333"/>
                </a:solidFill>
                <a:effectLst/>
                <a:uLnTx/>
                <a:uFillTx/>
                <a:latin typeface="Marianne"/>
                <a:ea typeface="+mn-ea"/>
                <a:cs typeface="+mn-cs"/>
              </a:rPr>
              <a:t> en place de la documentation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d’architecture</a:t>
            </a:r>
            <a:r>
              <a:rPr kumimoji="0" lang="en-US" sz="1400" b="0" i="0" u="none" strike="noStrike" kern="1200" cap="none" spc="0" normalizeH="0" baseline="0" noProof="0" dirty="0">
                <a:ln>
                  <a:noFill/>
                </a:ln>
                <a:solidFill>
                  <a:srgbClr val="333333"/>
                </a:solidFill>
                <a:effectLst/>
                <a:uLnTx/>
                <a:uFillTx/>
                <a:latin typeface="Marianne"/>
                <a:ea typeface="+mn-ea"/>
                <a:cs typeface="+mn-cs"/>
              </a:rPr>
              <a:t>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d’entreprise</a:t>
            </a:r>
            <a:r>
              <a:rPr kumimoji="0" lang="en-US" sz="1400" b="0" i="0" u="none" strike="noStrike" kern="1200" cap="none" spc="0" normalizeH="0" baseline="0" noProof="0" dirty="0">
                <a:ln>
                  <a:noFill/>
                </a:ln>
                <a:solidFill>
                  <a:srgbClr val="333333"/>
                </a:solidFill>
                <a:effectLst/>
                <a:uLnTx/>
                <a:uFillTx/>
                <a:latin typeface="Marianne"/>
                <a:ea typeface="+mn-ea"/>
                <a:cs typeface="+mn-cs"/>
              </a:rPr>
              <a:t>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fonctions</a:t>
            </a:r>
            <a:r>
              <a:rPr kumimoji="0" lang="en-US" sz="1400" b="0" i="0" u="none" strike="noStrike" kern="1200" cap="none" spc="0" normalizeH="0" baseline="0" noProof="0" dirty="0">
                <a:ln>
                  <a:noFill/>
                </a:ln>
                <a:solidFill>
                  <a:srgbClr val="333333"/>
                </a:solidFill>
                <a:effectLst/>
                <a:uLnTx/>
                <a:uFillTx/>
                <a:latin typeface="Marianne"/>
                <a:ea typeface="+mn-ea"/>
                <a:cs typeface="+mn-cs"/>
              </a:rPr>
              <a:t>, processus métier, architecture technique)</a:t>
            </a:r>
            <a:endParaRPr kumimoji="0" lang="en-US" sz="1400" b="0" i="0" u="none" strike="noStrike" kern="1200" cap="none" spc="0" normalizeH="0" baseline="0" noProof="0" dirty="0">
              <a:ln>
                <a:noFill/>
              </a:ln>
              <a:solidFill>
                <a:srgbClr val="FFFFFF"/>
              </a:solidFill>
              <a:effectLst/>
              <a:uLnTx/>
              <a:uFillTx/>
              <a:latin typeface="Marianne"/>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333333"/>
                </a:solidFill>
                <a:effectLst/>
                <a:uLnTx/>
                <a:uFillTx/>
                <a:latin typeface="Marianne"/>
                <a:ea typeface="+mn-ea"/>
                <a:cs typeface="+mn-cs"/>
              </a:rPr>
              <a:t>Élaboration</a:t>
            </a:r>
            <a:r>
              <a:rPr kumimoji="0" lang="en-US" sz="1400" b="0" i="0" u="none" strike="noStrike" kern="1200" cap="none" spc="0" normalizeH="0" baseline="0" noProof="0" dirty="0">
                <a:ln>
                  <a:noFill/>
                </a:ln>
                <a:solidFill>
                  <a:srgbClr val="333333"/>
                </a:solidFill>
                <a:effectLst/>
                <a:uLnTx/>
                <a:uFillTx/>
                <a:latin typeface="Marianne"/>
                <a:ea typeface="+mn-ea"/>
                <a:cs typeface="+mn-cs"/>
              </a:rPr>
              <a:t> des cartographies de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l’urbanisation</a:t>
            </a:r>
            <a:r>
              <a:rPr kumimoji="0" lang="en-US" sz="1400" b="0" i="0" u="none" strike="noStrike" kern="1200" cap="none" spc="0" normalizeH="0" baseline="0" noProof="0" dirty="0">
                <a:ln>
                  <a:noFill/>
                </a:ln>
                <a:solidFill>
                  <a:srgbClr val="333333"/>
                </a:solidFill>
                <a:effectLst/>
                <a:uLnTx/>
                <a:uFillTx/>
                <a:latin typeface="Marianne"/>
                <a:ea typeface="+mn-ea"/>
                <a:cs typeface="+mn-cs"/>
              </a:rPr>
              <a:t> de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notre</a:t>
            </a:r>
            <a:r>
              <a:rPr kumimoji="0" lang="en-US" sz="1400" b="0" i="0" u="none" strike="noStrike" kern="1200" cap="none" spc="0" normalizeH="0" baseline="0" noProof="0" dirty="0">
                <a:ln>
                  <a:noFill/>
                </a:ln>
                <a:solidFill>
                  <a:srgbClr val="333333"/>
                </a:solidFill>
                <a:effectLst/>
                <a:uLnTx/>
                <a:uFillTx/>
                <a:latin typeface="Marianne"/>
                <a:ea typeface="+mn-ea"/>
                <a:cs typeface="+mn-cs"/>
              </a:rPr>
              <a:t> SI</a:t>
            </a:r>
            <a:endParaRPr kumimoji="0" lang="en-US" sz="1400" b="0" i="0" u="none" strike="noStrike" kern="1200" cap="none" spc="0" normalizeH="0" baseline="0" noProof="0" dirty="0">
              <a:ln>
                <a:noFill/>
              </a:ln>
              <a:solidFill>
                <a:srgbClr val="FFFFFF"/>
              </a:solidFill>
              <a:effectLst/>
              <a:uLnTx/>
              <a:uFillTx/>
              <a:latin typeface="Marianne"/>
              <a:ea typeface="+mn-ea"/>
              <a:cs typeface="+mn-cs"/>
            </a:endParaRPr>
          </a:p>
        </p:txBody>
      </p:sp>
      <p:sp>
        <p:nvSpPr>
          <p:cNvPr id="16" name="Rectangle : avec coins arrondis en haut 15">
            <a:extLst>
              <a:ext uri="{FF2B5EF4-FFF2-40B4-BE49-F238E27FC236}">
                <a16:creationId xmlns:a16="http://schemas.microsoft.com/office/drawing/2014/main" id="{318DD3CB-D5AF-4882-53B9-721CCF3FBDDD}"/>
              </a:ext>
            </a:extLst>
          </p:cNvPr>
          <p:cNvSpPr>
            <a:spLocks/>
          </p:cNvSpPr>
          <p:nvPr/>
        </p:nvSpPr>
        <p:spPr>
          <a:xfrm>
            <a:off x="6351322" y="1778250"/>
            <a:ext cx="5150397" cy="2130724"/>
          </a:xfrm>
          <a:prstGeom prst="round2SameRect">
            <a:avLst>
              <a:gd name="adj1" fmla="val 0"/>
              <a:gd name="adj2" fmla="val 6458"/>
            </a:avLst>
          </a:prstGeom>
          <a:solidFill>
            <a:schemeClr val="accent4">
              <a:lumMod val="20000"/>
              <a:lumOff val="80000"/>
            </a:scheme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333333"/>
                </a:solidFill>
                <a:effectLst/>
                <a:uLnTx/>
                <a:uFillTx/>
                <a:latin typeface="Marianne"/>
                <a:ea typeface="+mn-ea"/>
                <a:cs typeface="+mn-cs"/>
              </a:rPr>
              <a:t>Définition et maintien des principes et règles d'architecture</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333333"/>
                </a:solidFill>
                <a:effectLst/>
                <a:uLnTx/>
                <a:uFillTx/>
                <a:latin typeface="Marianne"/>
                <a:ea typeface="+mn-ea"/>
                <a:cs typeface="+mn-cs"/>
              </a:rPr>
              <a:t>Suivi</a:t>
            </a:r>
            <a:r>
              <a:rPr kumimoji="0" lang="en-US" sz="1400" b="0" i="0" u="none" strike="noStrike" kern="1200" cap="none" spc="0" normalizeH="0" baseline="0" noProof="0" dirty="0">
                <a:ln>
                  <a:noFill/>
                </a:ln>
                <a:solidFill>
                  <a:srgbClr val="333333"/>
                </a:solidFill>
                <a:effectLst/>
                <a:uLnTx/>
                <a:uFillTx/>
                <a:latin typeface="Marianne"/>
                <a:ea typeface="+mn-ea"/>
                <a:cs typeface="+mn-cs"/>
              </a:rPr>
              <a:t> de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l’évolution</a:t>
            </a:r>
            <a:r>
              <a:rPr kumimoji="0" lang="en-US" sz="1400" b="0" i="0" u="none" strike="noStrike" kern="1200" cap="none" spc="0" normalizeH="0" baseline="0" noProof="0" dirty="0">
                <a:ln>
                  <a:noFill/>
                </a:ln>
                <a:solidFill>
                  <a:srgbClr val="333333"/>
                </a:solidFill>
                <a:effectLst/>
                <a:uLnTx/>
                <a:uFillTx/>
                <a:latin typeface="Marianne"/>
                <a:ea typeface="+mn-ea"/>
                <a:cs typeface="+mn-cs"/>
              </a:rPr>
              <a:t> du SI,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gestion</a:t>
            </a:r>
            <a:r>
              <a:rPr kumimoji="0" lang="en-US" sz="1400" b="0" i="0" u="none" strike="noStrike" kern="1200" cap="none" spc="0" normalizeH="0" baseline="0" noProof="0" dirty="0">
                <a:ln>
                  <a:noFill/>
                </a:ln>
                <a:solidFill>
                  <a:srgbClr val="333333"/>
                </a:solidFill>
                <a:effectLst/>
                <a:uLnTx/>
                <a:uFillTx/>
                <a:latin typeface="Marianne"/>
                <a:ea typeface="+mn-ea"/>
                <a:cs typeface="+mn-cs"/>
              </a:rPr>
              <a:t> des deviations.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333333"/>
                </a:solidFill>
                <a:effectLst/>
                <a:uLnTx/>
                <a:uFillTx/>
                <a:latin typeface="Marianne"/>
                <a:ea typeface="+mn-ea"/>
                <a:cs typeface="+mn-cs"/>
              </a:rPr>
              <a:t>Gouvernance</a:t>
            </a:r>
            <a:r>
              <a:rPr kumimoji="0" lang="en-US" sz="1400" b="0" i="0" u="none" strike="noStrike" kern="1200" cap="none" spc="0" normalizeH="0" baseline="0" noProof="0" dirty="0">
                <a:ln>
                  <a:noFill/>
                </a:ln>
                <a:solidFill>
                  <a:srgbClr val="333333"/>
                </a:solidFill>
                <a:effectLst/>
                <a:uLnTx/>
                <a:uFillTx/>
                <a:latin typeface="Marianne"/>
                <a:ea typeface="+mn-ea"/>
                <a:cs typeface="+mn-cs"/>
              </a:rPr>
              <a:t> des </a:t>
            </a:r>
            <a:r>
              <a:rPr kumimoji="0" lang="en-US" sz="1400" b="0" i="0" u="none" strike="noStrike" kern="1200" cap="none" spc="0" normalizeH="0" baseline="0" noProof="0" dirty="0" err="1">
                <a:ln>
                  <a:noFill/>
                </a:ln>
                <a:solidFill>
                  <a:srgbClr val="333333"/>
                </a:solidFill>
                <a:effectLst/>
                <a:uLnTx/>
                <a:uFillTx/>
                <a:latin typeface="Marianne"/>
                <a:ea typeface="+mn-ea"/>
                <a:cs typeface="+mn-cs"/>
              </a:rPr>
              <a:t>référentiels</a:t>
            </a:r>
            <a:endParaRPr kumimoji="0" lang="en-US" sz="1400" b="0" i="0" u="none" strike="noStrike" kern="1200" cap="none" spc="0" normalizeH="0" baseline="0" noProof="0" dirty="0">
              <a:ln>
                <a:noFill/>
              </a:ln>
              <a:solidFill>
                <a:srgbClr val="333333"/>
              </a:solidFill>
              <a:effectLst/>
              <a:uLnTx/>
              <a:uFillTx/>
              <a:latin typeface="Marianne"/>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Marianne"/>
              <a:ea typeface="+mn-ea"/>
              <a:cs typeface="+mn-cs"/>
            </a:endParaRPr>
          </a:p>
        </p:txBody>
      </p:sp>
      <p:sp>
        <p:nvSpPr>
          <p:cNvPr id="12" name="Rectangle : avec coins arrondis en haut 11">
            <a:extLst>
              <a:ext uri="{FF2B5EF4-FFF2-40B4-BE49-F238E27FC236}">
                <a16:creationId xmlns:a16="http://schemas.microsoft.com/office/drawing/2014/main" id="{4E77BBA9-BFF3-8941-8618-F25F97DE498B}"/>
              </a:ext>
            </a:extLst>
          </p:cNvPr>
          <p:cNvSpPr>
            <a:spLocks/>
          </p:cNvSpPr>
          <p:nvPr/>
        </p:nvSpPr>
        <p:spPr>
          <a:xfrm>
            <a:off x="765135" y="1308617"/>
            <a:ext cx="5061598" cy="429853"/>
          </a:xfrm>
          <a:prstGeom prst="round2SameRect">
            <a:avLst/>
          </a:prstGeom>
          <a:solidFill>
            <a:schemeClr val="accent4"/>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0" cap="none" spc="0" normalizeH="0" baseline="0" noProof="0" dirty="0">
                <a:ln>
                  <a:noFill/>
                </a:ln>
                <a:solidFill>
                  <a:srgbClr val="FFFFFF">
                    <a:lumMod val="100000"/>
                  </a:srgbClr>
                </a:solidFill>
                <a:effectLst/>
                <a:uLnTx/>
                <a:uFillTx/>
                <a:latin typeface="Marianne"/>
                <a:ea typeface="+mn-ea"/>
                <a:cs typeface="+mn-cs"/>
              </a:rPr>
              <a:t>Fondations</a:t>
            </a:r>
            <a:endParaRPr kumimoji="0" lang="fr-FR" sz="1400" b="1" i="0" u="none" strike="noStrike" kern="0" cap="none" spc="0" normalizeH="0" baseline="0" noProof="0" dirty="0">
              <a:ln>
                <a:noFill/>
              </a:ln>
              <a:solidFill>
                <a:srgbClr val="000000">
                  <a:lumMod val="100000"/>
                </a:srgbClr>
              </a:solidFill>
              <a:effectLst/>
              <a:highlight>
                <a:srgbClr val="FFFF00"/>
              </a:highlight>
              <a:uLnTx/>
              <a:uFillTx/>
              <a:latin typeface="Marianne"/>
              <a:ea typeface="+mn-ea"/>
              <a:cs typeface="+mn-cs"/>
            </a:endParaRPr>
          </a:p>
        </p:txBody>
      </p:sp>
      <p:sp>
        <p:nvSpPr>
          <p:cNvPr id="18" name="Rectangle : avec coins arrondis en haut 17">
            <a:extLst>
              <a:ext uri="{FF2B5EF4-FFF2-40B4-BE49-F238E27FC236}">
                <a16:creationId xmlns:a16="http://schemas.microsoft.com/office/drawing/2014/main" id="{260649FA-822C-5993-94BC-9CA5713AAAD8}"/>
              </a:ext>
            </a:extLst>
          </p:cNvPr>
          <p:cNvSpPr>
            <a:spLocks/>
          </p:cNvSpPr>
          <p:nvPr/>
        </p:nvSpPr>
        <p:spPr>
          <a:xfrm>
            <a:off x="6351322" y="1308618"/>
            <a:ext cx="5150397" cy="418572"/>
          </a:xfrm>
          <a:prstGeom prst="round2SameRect">
            <a:avLst/>
          </a:prstGeom>
          <a:solidFill>
            <a:schemeClr val="accent4"/>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0" cap="none" spc="0" normalizeH="0" baseline="0" noProof="0" dirty="0">
                <a:ln>
                  <a:noFill/>
                </a:ln>
                <a:solidFill>
                  <a:srgbClr val="FFFFFF">
                    <a:lumMod val="100000"/>
                  </a:srgbClr>
                </a:solidFill>
                <a:effectLst/>
                <a:uLnTx/>
                <a:uFillTx/>
                <a:latin typeface="Marianne"/>
                <a:ea typeface="+mn-ea"/>
                <a:cs typeface="+mn-cs"/>
              </a:rPr>
              <a:t>Doctrine</a:t>
            </a:r>
          </a:p>
        </p:txBody>
      </p:sp>
      <p:sp>
        <p:nvSpPr>
          <p:cNvPr id="9" name="TextBox 58">
            <a:extLst>
              <a:ext uri="{FF2B5EF4-FFF2-40B4-BE49-F238E27FC236}">
                <a16:creationId xmlns:a16="http://schemas.microsoft.com/office/drawing/2014/main" id="{E70B7BCA-2321-C8E1-80AB-5463978E70A4}"/>
              </a:ext>
            </a:extLst>
          </p:cNvPr>
          <p:cNvSpPr txBox="1">
            <a:spLocks/>
          </p:cNvSpPr>
          <p:nvPr/>
        </p:nvSpPr>
        <p:spPr bwMode="gray">
          <a:xfrm>
            <a:off x="3295934" y="5487176"/>
            <a:ext cx="6789897" cy="1054148"/>
          </a:xfrm>
          <a:prstGeom prst="rect">
            <a:avLst/>
          </a:prstGeom>
          <a:noFill/>
          <a:ln w="25400" cap="flat" cmpd="sng" algn="ctr">
            <a:noFill/>
            <a:prstDash val="solid"/>
          </a:ln>
          <a:effectLst/>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285750" indent="-285750">
              <a:buFont typeface="Arial" panose="020B0604020202020204" pitchFamily="34" charset="0"/>
              <a:buChar char="•"/>
              <a:defRPr sz="1400">
                <a:solidFill>
                  <a:srgbClr val="333333"/>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333333"/>
                </a:solidFill>
                <a:effectLst/>
                <a:uLnTx/>
                <a:uFillTx/>
                <a:latin typeface="Marianne"/>
                <a:ea typeface="+mn-ea"/>
                <a:cs typeface="+mn-cs"/>
              </a:rPr>
              <a:t>Un referent cadre de reference pour </a:t>
            </a:r>
            <a:r>
              <a:rPr kumimoji="0" lang="en-US" sz="1400" b="1" i="0" u="none" strike="noStrike" kern="1200" cap="none" spc="0" normalizeH="0" baseline="0" noProof="0" dirty="0" err="1">
                <a:ln>
                  <a:noFill/>
                </a:ln>
                <a:solidFill>
                  <a:srgbClr val="333333"/>
                </a:solidFill>
                <a:effectLst/>
                <a:uLnTx/>
                <a:uFillTx/>
                <a:latin typeface="Marianne"/>
                <a:ea typeface="+mn-ea"/>
                <a:cs typeface="+mn-cs"/>
              </a:rPr>
              <a:t>sa</a:t>
            </a:r>
            <a:r>
              <a:rPr kumimoji="0" lang="en-US" sz="1400" b="1" i="0" u="none" strike="noStrike" kern="1200" cap="none" spc="0" normalizeH="0" baseline="0" noProof="0" dirty="0">
                <a:ln>
                  <a:noFill/>
                </a:ln>
                <a:solidFill>
                  <a:srgbClr val="333333"/>
                </a:solidFill>
                <a:effectLst/>
                <a:uLnTx/>
                <a:uFillTx/>
                <a:latin typeface="Marianne"/>
                <a:ea typeface="+mn-ea"/>
                <a:cs typeface="+mn-cs"/>
              </a:rPr>
              <a:t> </a:t>
            </a:r>
            <a:r>
              <a:rPr kumimoji="0" lang="en-US" sz="1400" b="1" i="0" u="none" strike="noStrike" kern="1200" cap="none" spc="0" normalizeH="0" baseline="0" noProof="0" dirty="0" err="1">
                <a:ln>
                  <a:noFill/>
                </a:ln>
                <a:solidFill>
                  <a:srgbClr val="333333"/>
                </a:solidFill>
                <a:effectLst/>
                <a:uLnTx/>
                <a:uFillTx/>
                <a:latin typeface="Marianne"/>
                <a:ea typeface="+mn-ea"/>
                <a:cs typeface="+mn-cs"/>
              </a:rPr>
              <a:t>mise</a:t>
            </a:r>
            <a:r>
              <a:rPr kumimoji="0" lang="en-US" sz="1400" b="1" i="0" u="none" strike="noStrike" kern="1200" cap="none" spc="0" normalizeH="0" baseline="0" noProof="0" dirty="0">
                <a:ln>
                  <a:noFill/>
                </a:ln>
                <a:solidFill>
                  <a:srgbClr val="333333"/>
                </a:solidFill>
                <a:effectLst/>
                <a:uLnTx/>
                <a:uFillTx/>
                <a:latin typeface="Marianne"/>
                <a:ea typeface="+mn-ea"/>
                <a:cs typeface="+mn-cs"/>
              </a:rPr>
              <a:t> </a:t>
            </a:r>
            <a:r>
              <a:rPr kumimoji="0" lang="en-US" sz="1400" b="1" i="0" u="none" strike="noStrike" kern="1200" cap="none" spc="0" normalizeH="0" baseline="0" noProof="0" dirty="0" err="1">
                <a:ln>
                  <a:noFill/>
                </a:ln>
                <a:solidFill>
                  <a:srgbClr val="333333"/>
                </a:solidFill>
                <a:effectLst/>
                <a:uLnTx/>
                <a:uFillTx/>
                <a:latin typeface="Marianne"/>
                <a:ea typeface="+mn-ea"/>
                <a:cs typeface="+mn-cs"/>
              </a:rPr>
              <a:t>en</a:t>
            </a:r>
            <a:r>
              <a:rPr kumimoji="0" lang="en-US" sz="1400" b="1" i="0" u="none" strike="noStrike" kern="1200" cap="none" spc="0" normalizeH="0" baseline="0" noProof="0" dirty="0">
                <a:ln>
                  <a:noFill/>
                </a:ln>
                <a:solidFill>
                  <a:srgbClr val="333333"/>
                </a:solidFill>
                <a:effectLst/>
                <a:uLnTx/>
                <a:uFillTx/>
                <a:latin typeface="Marianne"/>
                <a:ea typeface="+mn-ea"/>
                <a:cs typeface="+mn-cs"/>
              </a:rPr>
              <a:t> place :</a:t>
            </a:r>
            <a:endParaRPr kumimoji="0" lang="fr-FR" sz="1400" b="0" i="0" u="none" strike="noStrike" kern="1200" cap="none" spc="0" normalizeH="0" baseline="0" noProof="0" dirty="0">
              <a:ln>
                <a:noFill/>
              </a:ln>
              <a:solidFill>
                <a:srgbClr val="333333"/>
              </a:solidFill>
              <a:effectLst/>
              <a:uLnTx/>
              <a:uFillTx/>
              <a:latin typeface="Marianne"/>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333333"/>
                </a:solidFill>
                <a:effectLst/>
                <a:uLnTx/>
                <a:uFillTx/>
                <a:latin typeface="Marianne"/>
                <a:ea typeface="+mn-ea"/>
                <a:cs typeface="+mn-cs"/>
              </a:rPr>
              <a:t>Planifie d’une semaine sur l’autre les contributions attendues par les archis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333333"/>
                </a:solidFill>
                <a:effectLst/>
                <a:uLnTx/>
                <a:uFillTx/>
                <a:latin typeface="Marianne"/>
                <a:ea typeface="+mn-ea"/>
                <a:cs typeface="+mn-cs"/>
              </a:rPr>
              <a:t>Organise la feuille de route (pilotage par les délais et livrables)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1200" cap="none" spc="0" normalizeH="0" baseline="0" noProof="0" dirty="0">
                <a:ln>
                  <a:noFill/>
                </a:ln>
                <a:solidFill>
                  <a:srgbClr val="333333"/>
                </a:solidFill>
                <a:effectLst/>
                <a:uLnTx/>
                <a:uFillTx/>
                <a:latin typeface="Marianne"/>
                <a:ea typeface="+mn-ea"/>
                <a:cs typeface="+mn-cs"/>
              </a:rPr>
              <a:t>Priorisation de la formalisation de la connaissance AE avant d’aller solliciter d’autres service. </a:t>
            </a:r>
          </a:p>
          <a:p>
            <a:r>
              <a:rPr kumimoji="0" lang="fr-FR" sz="1400" b="0" i="0" u="none" strike="noStrike" kern="1200" cap="none" spc="0" normalizeH="0" baseline="0" noProof="0" dirty="0">
                <a:ln>
                  <a:noFill/>
                </a:ln>
                <a:solidFill>
                  <a:srgbClr val="333333"/>
                </a:solidFill>
                <a:effectLst/>
                <a:uLnTx/>
                <a:uFillTx/>
                <a:latin typeface="Marianne"/>
                <a:ea typeface="+mn-ea"/>
                <a:cs typeface="+mn-cs"/>
              </a:rPr>
              <a:t>Les sollicitations des autres services doivent être SMART et peut prendre une forme asynchrone. </a:t>
            </a:r>
          </a:p>
        </p:txBody>
      </p:sp>
      <p:sp>
        <p:nvSpPr>
          <p:cNvPr id="6" name="ZoneTexte 5">
            <a:extLst>
              <a:ext uri="{FF2B5EF4-FFF2-40B4-BE49-F238E27FC236}">
                <a16:creationId xmlns:a16="http://schemas.microsoft.com/office/drawing/2014/main" id="{295E750F-13FD-1C20-5982-C88CDDD1E970}"/>
              </a:ext>
            </a:extLst>
          </p:cNvPr>
          <p:cNvSpPr txBox="1">
            <a:spLocks/>
          </p:cNvSpPr>
          <p:nvPr/>
        </p:nvSpPr>
        <p:spPr>
          <a:xfrm>
            <a:off x="765135" y="3908974"/>
            <a:ext cx="506159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err="1">
                <a:ln>
                  <a:noFill/>
                </a:ln>
                <a:solidFill>
                  <a:srgbClr val="333333"/>
                </a:solidFill>
                <a:effectLst/>
                <a:uLnTx/>
                <a:uFillTx/>
                <a:latin typeface="Marianne"/>
                <a:ea typeface="+mn-ea"/>
                <a:cs typeface="+mn-cs"/>
              </a:rPr>
              <a:t>Livrables</a:t>
            </a:r>
            <a:r>
              <a:rPr kumimoji="0" lang="en-US" sz="1400" b="0" i="1" u="sng" strike="noStrike" kern="1200" cap="none" spc="0" normalizeH="0" baseline="0" noProof="0" dirty="0">
                <a:ln>
                  <a:noFill/>
                </a:ln>
                <a:solidFill>
                  <a:srgbClr val="333333"/>
                </a:solidFill>
                <a:effectLst/>
                <a:uLnTx/>
                <a:uFillTx/>
                <a:latin typeface="Marianne"/>
                <a:ea typeface="+mn-ea"/>
                <a:cs typeface="+mn-cs"/>
              </a:rPr>
              <a:t> :</a:t>
            </a:r>
            <a:r>
              <a:rPr kumimoji="0" lang="en-US" sz="1400" b="0" i="1" u="none" strike="noStrike" kern="1200" cap="none" spc="0" normalizeH="0" baseline="0" noProof="0" dirty="0">
                <a:ln>
                  <a:noFill/>
                </a:ln>
                <a:solidFill>
                  <a:srgbClr val="333333"/>
                </a:solidFill>
                <a:effectLst/>
                <a:uLnTx/>
                <a:uFillTx/>
                <a:latin typeface="Marianne"/>
                <a:ea typeface="+mn-ea"/>
                <a:cs typeface="+mn-cs"/>
              </a:rPr>
              <a:t> </a:t>
            </a:r>
            <a:r>
              <a:rPr kumimoji="0" lang="fr-FR" sz="1400" b="0" i="1" u="none" strike="noStrike" kern="1200" cap="none" spc="0" normalizeH="0" baseline="0" noProof="0" dirty="0">
                <a:ln>
                  <a:noFill/>
                </a:ln>
                <a:solidFill>
                  <a:srgbClr val="333333"/>
                </a:solidFill>
                <a:effectLst/>
                <a:uLnTx/>
                <a:uFillTx/>
                <a:latin typeface="Marianne"/>
                <a:ea typeface="+mn-ea"/>
                <a:cs typeface="+mn-cs"/>
              </a:rPr>
              <a:t>référentiels documentés, cartographies SI</a:t>
            </a:r>
          </a:p>
        </p:txBody>
      </p:sp>
      <p:sp>
        <p:nvSpPr>
          <p:cNvPr id="7" name="ZoneTexte 6">
            <a:extLst>
              <a:ext uri="{FF2B5EF4-FFF2-40B4-BE49-F238E27FC236}">
                <a16:creationId xmlns:a16="http://schemas.microsoft.com/office/drawing/2014/main" id="{93F2F17B-2040-6E2E-689C-996BEC232034}"/>
              </a:ext>
            </a:extLst>
          </p:cNvPr>
          <p:cNvSpPr txBox="1">
            <a:spLocks/>
          </p:cNvSpPr>
          <p:nvPr/>
        </p:nvSpPr>
        <p:spPr>
          <a:xfrm>
            <a:off x="6351322" y="3946506"/>
            <a:ext cx="5150397"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err="1">
                <a:ln>
                  <a:noFill/>
                </a:ln>
                <a:solidFill>
                  <a:srgbClr val="333333"/>
                </a:solidFill>
                <a:effectLst/>
                <a:uLnTx/>
                <a:uFillTx/>
                <a:latin typeface="Marianne"/>
                <a:ea typeface="+mn-ea"/>
                <a:cs typeface="+mn-cs"/>
              </a:rPr>
              <a:t>Livrables</a:t>
            </a:r>
            <a:r>
              <a:rPr kumimoji="0" lang="en-US" sz="1400" b="0" i="1" u="sng" strike="noStrike" kern="1200" cap="none" spc="0" normalizeH="0" baseline="0" noProof="0" dirty="0">
                <a:ln>
                  <a:noFill/>
                </a:ln>
                <a:solidFill>
                  <a:srgbClr val="333333"/>
                </a:solidFill>
                <a:effectLst/>
                <a:uLnTx/>
                <a:uFillTx/>
                <a:latin typeface="Marianne"/>
                <a:ea typeface="+mn-ea"/>
                <a:cs typeface="+mn-cs"/>
              </a:rPr>
              <a:t> :</a:t>
            </a:r>
            <a:r>
              <a:rPr kumimoji="0" lang="en-US" sz="1400" b="0" i="1" u="none" strike="noStrike" kern="1200" cap="none" spc="0" normalizeH="0" baseline="0" noProof="0" dirty="0">
                <a:ln>
                  <a:noFill/>
                </a:ln>
                <a:solidFill>
                  <a:srgbClr val="333333"/>
                </a:solidFill>
                <a:effectLst/>
                <a:uLnTx/>
                <a:uFillTx/>
                <a:latin typeface="Marianne"/>
                <a:ea typeface="+mn-ea"/>
                <a:cs typeface="+mn-cs"/>
              </a:rPr>
              <a:t> </a:t>
            </a:r>
            <a:r>
              <a:rPr kumimoji="0" lang="fr-FR" sz="1400" b="0" i="1" u="none" strike="noStrike" kern="1200" cap="none" spc="0" normalizeH="0" baseline="0" noProof="0" dirty="0">
                <a:ln>
                  <a:noFill/>
                </a:ln>
                <a:solidFill>
                  <a:srgbClr val="333333"/>
                </a:solidFill>
                <a:effectLst/>
                <a:uLnTx/>
                <a:uFillTx/>
                <a:latin typeface="Marianne"/>
                <a:ea typeface="+mn-ea"/>
                <a:cs typeface="+mn-cs"/>
              </a:rPr>
              <a:t>Principes d'architecture,  doctrine SI</a:t>
            </a:r>
          </a:p>
        </p:txBody>
      </p:sp>
      <p:pic>
        <p:nvPicPr>
          <p:cNvPr id="10" name="Image 9">
            <a:extLst>
              <a:ext uri="{FF2B5EF4-FFF2-40B4-BE49-F238E27FC236}">
                <a16:creationId xmlns:a16="http://schemas.microsoft.com/office/drawing/2014/main" id="{951B0906-EFE5-C524-0F2F-E514600F8B3A}"/>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582895" y="5691715"/>
            <a:ext cx="578906" cy="578906"/>
          </a:xfrm>
          <a:prstGeom prst="rect">
            <a:avLst/>
          </a:prstGeom>
        </p:spPr>
      </p:pic>
      <p:sp>
        <p:nvSpPr>
          <p:cNvPr id="14" name="TextBox 58">
            <a:extLst>
              <a:ext uri="{FF2B5EF4-FFF2-40B4-BE49-F238E27FC236}">
                <a16:creationId xmlns:a16="http://schemas.microsoft.com/office/drawing/2014/main" id="{B194AE0A-A67E-83DC-38B1-2720CF0079EB}"/>
              </a:ext>
            </a:extLst>
          </p:cNvPr>
          <p:cNvSpPr txBox="1">
            <a:spLocks/>
          </p:cNvSpPr>
          <p:nvPr/>
        </p:nvSpPr>
        <p:spPr bwMode="gray">
          <a:xfrm>
            <a:off x="1246909" y="5487176"/>
            <a:ext cx="1662546" cy="987983"/>
          </a:xfrm>
          <a:prstGeom prst="rect">
            <a:avLst/>
          </a:prstGeom>
          <a:noFill/>
          <a:ln w="25400" cap="flat" cmpd="sng" algn="ctr">
            <a:noFill/>
            <a:prstDash val="solid"/>
          </a:ln>
          <a:effectLst/>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285750" indent="-285750">
              <a:buFont typeface="Arial" panose="020B0604020202020204" pitchFamily="34" charset="0"/>
              <a:buChar char="•"/>
              <a:defRPr sz="1400">
                <a:solidFill>
                  <a:srgbClr val="333333"/>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fr-FR" sz="1400" b="1" i="0" u="none" strike="noStrike" kern="1200" cap="none" spc="0" normalizeH="0" baseline="0" noProof="0" dirty="0">
                <a:ln>
                  <a:noFill/>
                </a:ln>
                <a:solidFill>
                  <a:srgbClr val="333333"/>
                </a:solidFill>
                <a:effectLst/>
                <a:uLnTx/>
                <a:uFillTx/>
                <a:latin typeface="Marianne"/>
                <a:ea typeface="+mn-ea"/>
                <a:cs typeface="+mn-cs"/>
              </a:rPr>
              <a:t>Saisine dans Anah Services ou interne DSIN</a:t>
            </a:r>
          </a:p>
        </p:txBody>
      </p:sp>
      <p:pic>
        <p:nvPicPr>
          <p:cNvPr id="3" name="Picture 2" descr="Jira - Icônes logo gratuites">
            <a:extLst>
              <a:ext uri="{FF2B5EF4-FFF2-40B4-BE49-F238E27FC236}">
                <a16:creationId xmlns:a16="http://schemas.microsoft.com/office/drawing/2014/main" id="{BEEC60DC-D4A5-8C39-5C41-94E7302EC9F9}"/>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9944159" y="5762533"/>
            <a:ext cx="437269" cy="43726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58">
            <a:extLst>
              <a:ext uri="{FF2B5EF4-FFF2-40B4-BE49-F238E27FC236}">
                <a16:creationId xmlns:a16="http://schemas.microsoft.com/office/drawing/2014/main" id="{FFED6A8A-EC76-7218-21F2-54CDB22EDE78}"/>
              </a:ext>
            </a:extLst>
          </p:cNvPr>
          <p:cNvSpPr txBox="1">
            <a:spLocks/>
          </p:cNvSpPr>
          <p:nvPr/>
        </p:nvSpPr>
        <p:spPr bwMode="gray">
          <a:xfrm>
            <a:off x="10289075" y="5487176"/>
            <a:ext cx="1277452" cy="987983"/>
          </a:xfrm>
          <a:prstGeom prst="rect">
            <a:avLst/>
          </a:prstGeom>
          <a:noFill/>
          <a:ln w="25400" cap="flat" cmpd="sng" algn="ctr">
            <a:noFill/>
            <a:prstDash val="solid"/>
          </a:ln>
          <a:effectLst/>
          <a:extLst>
            <a:ext uri="{909E8E84-426E-40DD-AFC4-6F175D3DCCD1}">
              <a14:hiddenFill xmlns:a14="http://schemas.microsoft.com/office/drawing/2010/main">
                <a:solidFill>
                  <a:schemeClr val="bg1">
                    <a:lumMod val="95000"/>
                  </a:schemeClr>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indent="0" algn="ctr">
              <a:buFont typeface="Arial" panose="020B0604020202020204" pitchFamily="34" charset="0"/>
              <a:buNone/>
              <a:defRPr sz="1400" b="1">
                <a:solidFill>
                  <a:srgbClr val="333333"/>
                </a:solidFill>
              </a:defRPr>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1400" b="1" i="0" u="none" strike="noStrike" kern="1200" cap="none" spc="0" normalizeH="0" baseline="0" noProof="0" dirty="0">
                <a:ln>
                  <a:noFill/>
                </a:ln>
                <a:solidFill>
                  <a:srgbClr val="333333"/>
                </a:solidFill>
                <a:effectLst/>
                <a:uLnTx/>
                <a:uFillTx/>
                <a:latin typeface="Marianne"/>
                <a:ea typeface="+mn-ea"/>
                <a:cs typeface="+mn-cs"/>
              </a:rPr>
              <a:t>Suivi Jira continu</a:t>
            </a:r>
            <a:endParaRPr kumimoji="0" lang="fr-FR" sz="1400" b="0" i="0" u="none" strike="noStrike" kern="1200" cap="none" spc="0" normalizeH="0" baseline="0" noProof="0" dirty="0">
              <a:ln>
                <a:noFill/>
              </a:ln>
              <a:solidFill>
                <a:srgbClr val="333333"/>
              </a:solidFill>
              <a:effectLst/>
              <a:uLnTx/>
              <a:uFillTx/>
              <a:latin typeface="Marianne"/>
              <a:ea typeface="+mn-ea"/>
              <a:cs typeface="+mn-cs"/>
            </a:endParaRPr>
          </a:p>
        </p:txBody>
      </p:sp>
    </p:spTree>
    <p:extLst>
      <p:ext uri="{BB962C8B-B14F-4D97-AF65-F5344CB8AC3E}">
        <p14:creationId xmlns:p14="http://schemas.microsoft.com/office/powerpoint/2010/main" val="1728615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A221684-599E-088B-C1EE-A28A115C2FF4}"/>
              </a:ext>
            </a:extLst>
          </p:cNvPr>
          <p:cNvSpPr>
            <a:spLocks noGrp="1"/>
          </p:cNvSpPr>
          <p:nvPr>
            <p:ph idx="1"/>
          </p:nvPr>
        </p:nvSpPr>
        <p:spPr>
          <a:xfrm>
            <a:off x="371319" y="905434"/>
            <a:ext cx="11542775" cy="5686677"/>
          </a:xfrm>
        </p:spPr>
        <p:txBody>
          <a:bodyPr>
            <a:noAutofit/>
          </a:bodyPr>
          <a:lstStyle/>
          <a:p>
            <a:pPr marL="0" indent="0">
              <a:buNone/>
            </a:pPr>
            <a:r>
              <a:rPr lang="fr-FR" sz="1600" b="1" dirty="0"/>
              <a:t>OBJECTIFS GENERAUX</a:t>
            </a:r>
          </a:p>
          <a:p>
            <a:pPr marL="0" indent="0">
              <a:buNone/>
            </a:pPr>
            <a:endParaRPr lang="fr-FR" sz="1200" b="1" dirty="0"/>
          </a:p>
          <a:p>
            <a:pPr marL="0" indent="0">
              <a:buNone/>
            </a:pPr>
            <a:r>
              <a:rPr lang="fr-FR" sz="1400" b="1" dirty="0"/>
              <a:t>A REALISER </a:t>
            </a:r>
          </a:p>
          <a:p>
            <a:pPr>
              <a:buFont typeface="Symbol" panose="05050102010706020507" pitchFamily="18" charset="2"/>
              <a:buChar char="Þ"/>
            </a:pPr>
            <a:r>
              <a:rPr lang="fr-FR" sz="1200" dirty="0"/>
              <a:t>Feuille de route interne SAE pour le pilier « Cadre de Référence »  :   Livrables &gt; Tâches &gt; Sous-tâches // délais et prérequis</a:t>
            </a:r>
          </a:p>
          <a:p>
            <a:pPr>
              <a:buFont typeface="Symbol" panose="05050102010706020507" pitchFamily="18" charset="2"/>
              <a:buChar char="Þ"/>
            </a:pPr>
            <a:r>
              <a:rPr lang="fr-FR" sz="1200" dirty="0"/>
              <a:t>Les tâches seront suivies par des  tickets décrivant : contexte + point de contact + contribution et livrable attendus </a:t>
            </a:r>
          </a:p>
          <a:p>
            <a:pPr marL="0" indent="0">
              <a:buNone/>
            </a:pPr>
            <a:r>
              <a:rPr lang="fr-FR" sz="1400" b="1" dirty="0"/>
              <a:t>A IDENTIFIER  </a:t>
            </a:r>
            <a:endParaRPr lang="fr-FR" sz="1400" dirty="0"/>
          </a:p>
          <a:p>
            <a:pPr>
              <a:buFont typeface="Wingdings" panose="05000000000000000000" pitchFamily="2" charset="2"/>
              <a:buChar char="§"/>
            </a:pPr>
            <a:r>
              <a:rPr lang="fr-FR" sz="1200" dirty="0"/>
              <a:t>Tâches de documentation/cartographies et thèmes (Cf. slide suivant)</a:t>
            </a:r>
          </a:p>
          <a:p>
            <a:pPr>
              <a:buFont typeface="Wingdings" panose="05000000000000000000" pitchFamily="2" charset="2"/>
              <a:buChar char="§"/>
            </a:pPr>
            <a:r>
              <a:rPr lang="fr-FR" sz="1200" dirty="0"/>
              <a:t>Contributeurs en lien avec ces tâches</a:t>
            </a:r>
          </a:p>
          <a:p>
            <a:pPr marL="0" indent="0">
              <a:buNone/>
            </a:pPr>
            <a:endParaRPr lang="fr-FR" sz="1200" dirty="0"/>
          </a:p>
          <a:p>
            <a:pPr marL="0" indent="0">
              <a:buNone/>
            </a:pPr>
            <a:r>
              <a:rPr lang="fr-FR" sz="1400" b="1" dirty="0"/>
              <a:t>PARTAGES COMPLEMENTAIRES </a:t>
            </a:r>
          </a:p>
          <a:p>
            <a:pPr>
              <a:buFont typeface="Wingdings" panose="05000000000000000000" pitchFamily="2" charset="2"/>
              <a:buChar char="Ø"/>
            </a:pPr>
            <a:r>
              <a:rPr lang="fr-FR" sz="1200" dirty="0"/>
              <a:t>Pas d’ouverture de ticket possible tant que la nouvelle gestion n’est pas mise en place : en attendant nous allons « fonctionner » au travers d’un Gantt</a:t>
            </a:r>
          </a:p>
          <a:p>
            <a:pPr>
              <a:buFont typeface="Wingdings" panose="05000000000000000000" pitchFamily="2" charset="2"/>
              <a:buChar char="Ø"/>
            </a:pPr>
            <a:r>
              <a:rPr lang="fr-FR" sz="1200" dirty="0"/>
              <a:t>Avant de solliciter les autres services de la DSIN, nous devons capitaliser en interne SAE les éléments disponibles</a:t>
            </a:r>
          </a:p>
          <a:p>
            <a:pPr>
              <a:buFont typeface="Wingdings" panose="05000000000000000000" pitchFamily="2" charset="2"/>
              <a:buChar char="Ø"/>
            </a:pPr>
            <a:r>
              <a:rPr lang="fr-FR" sz="1200" dirty="0"/>
              <a:t>Les cartographies « mixent » des composants du SI, appartenant à plusieurs couches du SI</a:t>
            </a:r>
          </a:p>
          <a:p>
            <a:pPr>
              <a:buFont typeface="Wingdings" panose="05000000000000000000" pitchFamily="2" charset="2"/>
              <a:buChar char="Ø"/>
            </a:pPr>
            <a:r>
              <a:rPr lang="fr-FR" sz="1200" dirty="0"/>
              <a:t>Les couches du SI sont représentées ici : </a:t>
            </a:r>
            <a:r>
              <a:rPr lang="fr-FR" sz="1200" dirty="0">
                <a:hlinkClick r:id="rId2"/>
              </a:rPr>
              <a:t>LeanIX - Architecture d'Entreprise ANAH – Confluence</a:t>
            </a:r>
            <a:endParaRPr lang="fr-FR" sz="1200" dirty="0"/>
          </a:p>
          <a:p>
            <a:pPr>
              <a:buFont typeface="Wingdings" panose="05000000000000000000" pitchFamily="2" charset="2"/>
              <a:buChar char="Ø"/>
            </a:pPr>
            <a:r>
              <a:rPr lang="fr-FR" sz="1200" dirty="0"/>
              <a:t>Les livrables ainsi que les </a:t>
            </a:r>
            <a:r>
              <a:rPr lang="fr-FR" sz="1200"/>
              <a:t>tâches intermédiaires, </a:t>
            </a:r>
            <a:r>
              <a:rPr lang="fr-FR" sz="1200" dirty="0"/>
              <a:t>d’ores et déjà identifiés, sont indiqués en slide suivant</a:t>
            </a:r>
          </a:p>
          <a:p>
            <a:pPr>
              <a:buFont typeface="Wingdings" panose="05000000000000000000" pitchFamily="2" charset="2"/>
              <a:buChar char="Ø"/>
            </a:pPr>
            <a:r>
              <a:rPr lang="fr-FR" sz="1200" dirty="0"/>
              <a:t>De nombreux éléments ont déjà été récupérés et alimentent le référentiel SI. Ce référentiel reste à finaliser</a:t>
            </a:r>
          </a:p>
          <a:p>
            <a:pPr marL="0" indent="0">
              <a:buNone/>
            </a:pPr>
            <a:r>
              <a:rPr lang="fr-FR" sz="1400" b="1" dirty="0"/>
              <a:t>REUNION DU 24 février 2026</a:t>
            </a:r>
          </a:p>
          <a:p>
            <a:pPr marL="0" indent="0">
              <a:buNone/>
            </a:pPr>
            <a:r>
              <a:rPr lang="fr-FR" sz="1200" dirty="0"/>
              <a:t>L’objectif est de partager les avancées et de s’aligner sur une compréhension commune et interne SAE</a:t>
            </a:r>
          </a:p>
          <a:p>
            <a:pPr marL="0" indent="0">
              <a:buNone/>
            </a:pPr>
            <a:r>
              <a:rPr lang="fr-FR" sz="1200" dirty="0"/>
              <a:t>L’objectif est également de continuer à identifier les livrables et tâches à réaliser, et les contributeurs volontaires SAE</a:t>
            </a:r>
          </a:p>
          <a:p>
            <a:pPr>
              <a:buFont typeface="Wingdings" panose="05000000000000000000" pitchFamily="2" charset="2"/>
              <a:buChar char="Ø"/>
            </a:pPr>
            <a:endParaRPr lang="fr-FR" sz="1400" dirty="0"/>
          </a:p>
          <a:p>
            <a:pPr>
              <a:buFont typeface="Wingdings" panose="05000000000000000000" pitchFamily="2" charset="2"/>
              <a:buChar char="Ø"/>
            </a:pPr>
            <a:endParaRPr lang="fr-FR" sz="1400" dirty="0"/>
          </a:p>
          <a:p>
            <a:pPr>
              <a:buFont typeface="Wingdings" panose="05000000000000000000" pitchFamily="2" charset="2"/>
              <a:buChar char="Ø"/>
            </a:pPr>
            <a:endParaRPr lang="fr-FR" sz="1400" dirty="0"/>
          </a:p>
          <a:p>
            <a:pPr marL="0" indent="0">
              <a:buNone/>
            </a:pPr>
            <a:endParaRPr lang="fr-FR" sz="1400" dirty="0"/>
          </a:p>
          <a:p>
            <a:pPr marL="0" indent="0">
              <a:buNone/>
            </a:pPr>
            <a:endParaRPr lang="fr-FR" sz="1400" dirty="0"/>
          </a:p>
          <a:p>
            <a:pPr marL="0" indent="0">
              <a:buNone/>
            </a:pPr>
            <a:endParaRPr lang="fr-FR" sz="1400" dirty="0"/>
          </a:p>
        </p:txBody>
      </p:sp>
      <p:sp>
        <p:nvSpPr>
          <p:cNvPr id="2" name="ZoneTexte 1">
            <a:extLst>
              <a:ext uri="{FF2B5EF4-FFF2-40B4-BE49-F238E27FC236}">
                <a16:creationId xmlns:a16="http://schemas.microsoft.com/office/drawing/2014/main" id="{34358FB5-876D-B041-01D2-AA1EC1A75674}"/>
              </a:ext>
            </a:extLst>
          </p:cNvPr>
          <p:cNvSpPr txBox="1"/>
          <p:nvPr/>
        </p:nvSpPr>
        <p:spPr>
          <a:xfrm>
            <a:off x="753894" y="265889"/>
            <a:ext cx="10666378" cy="369332"/>
          </a:xfrm>
          <a:prstGeom prst="rect">
            <a:avLst/>
          </a:prstGeom>
          <a:noFill/>
        </p:spPr>
        <p:txBody>
          <a:bodyPr wrap="square" rtlCol="0">
            <a:spAutoFit/>
          </a:bodyPr>
          <a:lstStyle/>
          <a:p>
            <a:pPr algn="ctr"/>
            <a:r>
              <a:rPr lang="fr-FR" b="1" dirty="0"/>
              <a:t>Contributions internes SAE : pilier CADRE DE REFERENCE (nouvelle offre SAE)</a:t>
            </a:r>
          </a:p>
        </p:txBody>
      </p:sp>
    </p:spTree>
    <p:extLst>
      <p:ext uri="{BB962C8B-B14F-4D97-AF65-F5344CB8AC3E}">
        <p14:creationId xmlns:p14="http://schemas.microsoft.com/office/powerpoint/2010/main" val="3422418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1836894825" name="Tableau 68"/>
          <p:cNvGraphicFramePr>
            <a:graphicFrameLocks noGrp="1"/>
          </p:cNvGraphicFramePr>
          <p:nvPr>
            <p:extLst>
              <p:ext uri="{D42A27DB-BD31-4B8C-83A1-F6EECF244321}">
                <p14:modId xmlns:p14="http://schemas.microsoft.com/office/powerpoint/2010/main" val="3726586608"/>
              </p:ext>
            </p:extLst>
          </p:nvPr>
        </p:nvGraphicFramePr>
        <p:xfrm>
          <a:off x="1802174" y="984457"/>
          <a:ext cx="10299250" cy="286881"/>
        </p:xfrm>
        <a:graphic>
          <a:graphicData uri="http://schemas.openxmlformats.org/drawingml/2006/table">
            <a:tbl>
              <a:tblPr firstRow="1">
                <a:tableStyleId>{5C22544A-7EE6-4342-B048-85BDC9FD1C3A}</a:tableStyleId>
              </a:tblPr>
              <a:tblGrid>
                <a:gridCol w="10299250">
                  <a:extLst>
                    <a:ext uri="{9D8B030D-6E8A-4147-A177-3AD203B41FA5}">
                      <a16:colId xmlns:a16="http://schemas.microsoft.com/office/drawing/2014/main" val="20000"/>
                    </a:ext>
                  </a:extLst>
                </a:gridCol>
              </a:tblGrid>
              <a:tr h="286881">
                <a:tc>
                  <a:txBody>
                    <a:bodyPr/>
                    <a:lstStyle/>
                    <a:p>
                      <a:pPr algn="ctr">
                        <a:defRPr/>
                      </a:pPr>
                      <a:r>
                        <a:rPr lang="fr-FR" sz="1100" b="1" dirty="0"/>
                        <a:t>Tâches</a:t>
                      </a:r>
                      <a:endParaRPr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sp>
        <p:nvSpPr>
          <p:cNvPr id="1002243406" name="Title 1"/>
          <p:cNvSpPr txBox="1"/>
          <p:nvPr/>
        </p:nvSpPr>
        <p:spPr bwMode="auto">
          <a:xfrm>
            <a:off x="311774" y="204163"/>
            <a:ext cx="11568452" cy="522000"/>
          </a:xfrm>
          <a:prstGeom prst="rect">
            <a:avLst/>
          </a:prstGeom>
        </p:spPr>
        <p:txBody>
          <a:bodyPr vert="horz" lIns="91440" tIns="45720" rIns="91440" bIns="45720" rtlCol="0" anchor="ctr">
            <a:noAutofit/>
          </a:bodyPr>
          <a:lstStyle>
            <a:lvl1pPr algn="l">
              <a:lnSpc>
                <a:spcPct val="90000"/>
              </a:lnSpc>
              <a:spcBef>
                <a:spcPts val="0"/>
              </a:spcBef>
              <a:spcAft>
                <a:spcPts val="0"/>
              </a:spcAft>
              <a:defRPr sz="2400" b="1" cap="none">
                <a:solidFill>
                  <a:srgbClr val="243571"/>
                </a:solidFill>
                <a:latin typeface="Arial"/>
                <a:ea typeface="+mj-ea"/>
                <a:cs typeface="Arial"/>
              </a:defRPr>
            </a:lvl1pPr>
            <a:lvl2pPr algn="ctr">
              <a:lnSpc>
                <a:spcPct val="90000"/>
              </a:lnSpc>
              <a:spcBef>
                <a:spcPts val="0"/>
              </a:spcBef>
              <a:spcAft>
                <a:spcPts val="0"/>
              </a:spcAft>
              <a:defRPr sz="4000" b="1">
                <a:solidFill>
                  <a:schemeClr val="tx1"/>
                </a:solidFill>
                <a:latin typeface="Calibri"/>
                <a:cs typeface="Calibri"/>
              </a:defRPr>
            </a:lvl2pPr>
            <a:lvl3pPr algn="ctr">
              <a:lnSpc>
                <a:spcPct val="90000"/>
              </a:lnSpc>
              <a:spcBef>
                <a:spcPts val="0"/>
              </a:spcBef>
              <a:spcAft>
                <a:spcPts val="0"/>
              </a:spcAft>
              <a:defRPr sz="4000" b="1">
                <a:solidFill>
                  <a:schemeClr val="tx1"/>
                </a:solidFill>
                <a:latin typeface="Calibri"/>
                <a:cs typeface="Calibri"/>
              </a:defRPr>
            </a:lvl3pPr>
            <a:lvl4pPr algn="ctr">
              <a:lnSpc>
                <a:spcPct val="90000"/>
              </a:lnSpc>
              <a:spcBef>
                <a:spcPts val="0"/>
              </a:spcBef>
              <a:spcAft>
                <a:spcPts val="0"/>
              </a:spcAft>
              <a:defRPr sz="4000" b="1">
                <a:solidFill>
                  <a:schemeClr val="tx1"/>
                </a:solidFill>
                <a:latin typeface="Calibri"/>
                <a:cs typeface="Calibri"/>
              </a:defRPr>
            </a:lvl4pPr>
            <a:lvl5pPr algn="ctr">
              <a:lnSpc>
                <a:spcPct val="90000"/>
              </a:lnSpc>
              <a:spcBef>
                <a:spcPts val="0"/>
              </a:spcBef>
              <a:spcAft>
                <a:spcPts val="0"/>
              </a:spcAft>
              <a:defRPr sz="4000" b="1">
                <a:solidFill>
                  <a:schemeClr val="tx1"/>
                </a:solidFill>
                <a:latin typeface="Calibri"/>
                <a:cs typeface="Calibri"/>
              </a:defRPr>
            </a:lvl5pPr>
            <a:lvl6pPr marL="457200" algn="ctr">
              <a:lnSpc>
                <a:spcPct val="90000"/>
              </a:lnSpc>
              <a:spcBef>
                <a:spcPts val="0"/>
              </a:spcBef>
              <a:spcAft>
                <a:spcPts val="0"/>
              </a:spcAft>
              <a:defRPr sz="4000" b="1">
                <a:solidFill>
                  <a:schemeClr val="tx1"/>
                </a:solidFill>
                <a:latin typeface="Calibri"/>
                <a:cs typeface="Calibri"/>
              </a:defRPr>
            </a:lvl6pPr>
            <a:lvl7pPr marL="914400" algn="ctr">
              <a:lnSpc>
                <a:spcPct val="90000"/>
              </a:lnSpc>
              <a:spcBef>
                <a:spcPts val="0"/>
              </a:spcBef>
              <a:spcAft>
                <a:spcPts val="0"/>
              </a:spcAft>
              <a:defRPr sz="4000" b="1">
                <a:solidFill>
                  <a:schemeClr val="tx1"/>
                </a:solidFill>
                <a:latin typeface="Calibri"/>
                <a:cs typeface="Calibri"/>
              </a:defRPr>
            </a:lvl7pPr>
            <a:lvl8pPr marL="1371600" algn="ctr">
              <a:lnSpc>
                <a:spcPct val="90000"/>
              </a:lnSpc>
              <a:spcBef>
                <a:spcPts val="0"/>
              </a:spcBef>
              <a:spcAft>
                <a:spcPts val="0"/>
              </a:spcAft>
              <a:defRPr sz="4000" b="1">
                <a:solidFill>
                  <a:schemeClr val="tx1"/>
                </a:solidFill>
                <a:latin typeface="Calibri"/>
                <a:cs typeface="Calibri"/>
              </a:defRPr>
            </a:lvl8pPr>
            <a:lvl9pPr marL="1828800" algn="ctr">
              <a:lnSpc>
                <a:spcPct val="90000"/>
              </a:lnSpc>
              <a:spcBef>
                <a:spcPts val="0"/>
              </a:spcBef>
              <a:spcAft>
                <a:spcPts val="0"/>
              </a:spcAft>
              <a:defRPr sz="4000" b="1">
                <a:solidFill>
                  <a:schemeClr val="tx1"/>
                </a:solidFill>
                <a:latin typeface="Calibri"/>
                <a:cs typeface="Calibri"/>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fr-FR" sz="2400" b="1" i="0" u="none" strike="noStrike" kern="0" cap="none" spc="0" normalizeH="0" baseline="0" noProof="0" dirty="0">
                <a:ln>
                  <a:noFill/>
                </a:ln>
                <a:solidFill>
                  <a:srgbClr val="000091"/>
                </a:solidFill>
                <a:effectLst/>
                <a:uLnTx/>
                <a:uFillTx/>
                <a:latin typeface="marianne"/>
                <a:cs typeface="Arial"/>
              </a:rPr>
              <a:t>Feuille de route -</a:t>
            </a:r>
            <a:r>
              <a:rPr kumimoji="0" lang="fr-FR" sz="2400" b="1" i="0" u="none" strike="noStrike" kern="0" cap="none" spc="0" normalizeH="0" baseline="0" noProof="0" dirty="0">
                <a:ln>
                  <a:noFill/>
                </a:ln>
                <a:solidFill>
                  <a:srgbClr val="000091"/>
                </a:solidFill>
                <a:effectLst/>
                <a:uLnTx/>
                <a:uFillTx/>
                <a:latin typeface="marianne"/>
                <a:ea typeface="Arial"/>
                <a:cs typeface="Arial"/>
              </a:rPr>
              <a:t> Cadre de Référence - SAE - 2026 </a:t>
            </a:r>
            <a:endParaRPr kumimoji="0" sz="2400" b="1" i="0" u="none" strike="noStrike" kern="0" cap="none" spc="0" normalizeH="0" baseline="0" noProof="0" dirty="0">
              <a:ln>
                <a:noFill/>
              </a:ln>
              <a:solidFill>
                <a:srgbClr val="243571"/>
              </a:solidFill>
              <a:effectLst/>
              <a:uLnTx/>
              <a:uFillTx/>
              <a:latin typeface="Arial"/>
              <a:cs typeface="Arial"/>
            </a:endParaRPr>
          </a:p>
        </p:txBody>
      </p:sp>
      <p:sp>
        <p:nvSpPr>
          <p:cNvPr id="898876329" name="(1)"/>
          <p:cNvSpPr txBox="1"/>
          <p:nvPr/>
        </p:nvSpPr>
        <p:spPr bwMode="auto">
          <a:xfrm>
            <a:off x="7860544" y="6553714"/>
            <a:ext cx="367185" cy="231769"/>
          </a:xfrm>
          <a:prstGeom prst="homePlate">
            <a:avLst>
              <a:gd name="adj" fmla="val 31674"/>
            </a:avLst>
          </a:prstGeom>
          <a:pattFill prst="ltUpDiag">
            <a:fgClr>
              <a:srgbClr val="D85D75"/>
            </a:fgClr>
            <a:bgClr>
              <a:schemeClr val="bg1"/>
            </a:bgClr>
          </a:pattFill>
          <a:ln w="6350">
            <a:noFill/>
            <a:prstDash val="dash"/>
            <a:miter lim="400000"/>
          </a:ln>
        </p:spPr>
        <p:txBody>
          <a:bodyPr wrap="square" lIns="25400" tIns="25400" rIns="25400" bIns="25400" anchor="ctr">
            <a:noAutofit/>
          </a:bodyPr>
          <a:lstStyle>
            <a:defPPr>
              <a:defRPr lang="fr-FR"/>
            </a:defPPr>
            <a:lvl1pPr marR="0" lvl="0" indent="0" algn="ctr">
              <a:lnSpc>
                <a:spcPct val="100000"/>
              </a:lnSpc>
              <a:spcBef>
                <a:spcPts val="0"/>
              </a:spcBef>
              <a:spcAft>
                <a:spcPts val="0"/>
              </a:spcAft>
              <a:buClrTx/>
              <a:buSzTx/>
              <a:buFontTx/>
              <a:buNone/>
              <a:defRPr sz="1200" b="0" i="0" u="none" strike="noStrike" cap="none" spc="0">
                <a:ln>
                  <a:noFill/>
                </a:ln>
                <a:latin typeface="Marianne"/>
                <a:ea typeface="Marianne"/>
                <a:cs typeface="Marian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002060"/>
                </a:solidFill>
                <a:effectLst/>
                <a:uLnTx/>
                <a:uFillTx/>
                <a:latin typeface="Marianne"/>
              </a:rPr>
              <a:t>       </a:t>
            </a:r>
            <a:endParaRPr kumimoji="0" sz="1200" b="0" i="0" u="none" strike="noStrike" kern="0" cap="none" spc="0" normalizeH="0" baseline="0" noProof="0">
              <a:ln>
                <a:noFill/>
              </a:ln>
              <a:solidFill>
                <a:prstClr val="black"/>
              </a:solidFill>
              <a:effectLst/>
              <a:uLnTx/>
              <a:uFillTx/>
              <a:latin typeface="Marianne"/>
            </a:endParaRPr>
          </a:p>
        </p:txBody>
      </p:sp>
      <p:sp>
        <p:nvSpPr>
          <p:cNvPr id="122627880" name="Rectangle 62"/>
          <p:cNvSpPr/>
          <p:nvPr/>
        </p:nvSpPr>
        <p:spPr bwMode="auto">
          <a:xfrm>
            <a:off x="-6838" y="6457846"/>
            <a:ext cx="12195664" cy="406362"/>
          </a:xfrm>
          <a:prstGeom prst="rect">
            <a:avLst/>
          </a:prstGeom>
          <a:solidFill>
            <a:schemeClr val="bg1">
              <a:lumMod val="8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21215A"/>
              </a:solidFill>
              <a:effectLst/>
              <a:uLnTx/>
              <a:uFillTx/>
              <a:latin typeface="Marianne"/>
              <a:ea typeface="Arial"/>
              <a:cs typeface="Arial"/>
            </a:endParaRPr>
          </a:p>
        </p:txBody>
      </p:sp>
      <p:sp>
        <p:nvSpPr>
          <p:cNvPr id="2121078271" name="ZoneTexte 63"/>
          <p:cNvSpPr txBox="1"/>
          <p:nvPr/>
        </p:nvSpPr>
        <p:spPr bwMode="auto">
          <a:xfrm>
            <a:off x="115047" y="6541726"/>
            <a:ext cx="786653" cy="24622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sng" strike="noStrike" kern="0" cap="none" spc="0" normalizeH="0" baseline="0" noProof="0">
                <a:ln>
                  <a:noFill/>
                </a:ln>
                <a:solidFill>
                  <a:srgbClr val="000000"/>
                </a:solidFill>
                <a:effectLst/>
                <a:uLnTx/>
                <a:uFillTx/>
                <a:latin typeface="Marianne"/>
                <a:ea typeface="Arial"/>
                <a:cs typeface="Arial"/>
              </a:rPr>
              <a:t>Légende</a:t>
            </a:r>
            <a:r>
              <a:rPr kumimoji="0" lang="fr-FR" sz="1000" b="0" i="0" u="none" strike="noStrike" kern="0" cap="none" spc="0" normalizeH="0" baseline="0" noProof="0">
                <a:ln>
                  <a:noFill/>
                </a:ln>
                <a:solidFill>
                  <a:srgbClr val="000000"/>
                </a:solidFill>
                <a:effectLst/>
                <a:uLnTx/>
                <a:uFillTx/>
                <a:latin typeface="Marianne"/>
                <a:ea typeface="Arial"/>
                <a:cs typeface="Arial"/>
              </a:rPr>
              <a:t> :</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766680758" name="ICO &amp; Distribution"/>
          <p:cNvSpPr txBox="1"/>
          <p:nvPr/>
        </p:nvSpPr>
        <p:spPr bwMode="auto">
          <a:xfrm rot="16199998">
            <a:off x="-1679419" y="2966720"/>
            <a:ext cx="5163703" cy="1818537"/>
          </a:xfrm>
          <a:prstGeom prst="round2SameRect">
            <a:avLst>
              <a:gd name="adj1" fmla="val 16667"/>
              <a:gd name="adj2" fmla="val 0"/>
            </a:avLst>
          </a:prstGeom>
          <a:solidFill>
            <a:srgbClr val="002060"/>
          </a:solidFill>
          <a:ln w="38100">
            <a:noFill/>
            <a:miter lim="400000"/>
          </a:ln>
        </p:spPr>
        <p:txBody>
          <a:bodyPr vert="horz" wrap="square" lIns="25399" tIns="25399" rIns="25399" bIns="25399"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Marianne"/>
                <a:ea typeface="Arial"/>
                <a:cs typeface="Arial"/>
              </a:rPr>
              <a:t>SAE </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436536553" name="(1)"/>
          <p:cNvSpPr txBox="1"/>
          <p:nvPr/>
        </p:nvSpPr>
        <p:spPr bwMode="auto">
          <a:xfrm>
            <a:off x="1803762" y="3310270"/>
            <a:ext cx="10275448" cy="1151982"/>
          </a:xfrm>
          <a:prstGeom prst="homePlate">
            <a:avLst>
              <a:gd name="adj" fmla="val 50000"/>
            </a:avLst>
          </a:prstGeom>
          <a:solidFill>
            <a:schemeClr val="bg1">
              <a:lumMod val="65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fr-FR" sz="1050" b="0" i="0" u="none" strike="noStrike" kern="0" cap="none" spc="0" normalizeH="0" baseline="0" noProof="0">
              <a:ln>
                <a:noFill/>
              </a:ln>
              <a:solidFill>
                <a:prstClr val="black"/>
              </a:solidFill>
              <a:effectLst/>
              <a:uLnTx/>
              <a:uFillTx/>
              <a:latin typeface="Marianne"/>
            </a:endParaRPr>
          </a:p>
        </p:txBody>
      </p:sp>
      <p:sp>
        <p:nvSpPr>
          <p:cNvPr id="203049151" name="Rectangle 14"/>
          <p:cNvSpPr/>
          <p:nvPr/>
        </p:nvSpPr>
        <p:spPr bwMode="auto">
          <a:xfrm>
            <a:off x="10049985" y="0"/>
            <a:ext cx="1454591" cy="2273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0" cap="none" spc="0" normalizeH="0" baseline="0" noProof="0">
                <a:ln>
                  <a:noFill/>
                </a:ln>
                <a:solidFill>
                  <a:srgbClr val="000000"/>
                </a:solidFill>
                <a:effectLst/>
                <a:uLnTx/>
                <a:uFillTx/>
                <a:latin typeface="Aptos"/>
                <a:ea typeface="Arial"/>
                <a:cs typeface="Arial"/>
              </a:rPr>
              <a:t>En date du </a:t>
            </a:r>
            <a:endParaRPr kumimoji="0" sz="1800" b="0" i="0" u="none" strike="noStrike" kern="0" cap="none" spc="0" normalizeH="0" baseline="0" noProof="0">
              <a:ln>
                <a:noFill/>
              </a:ln>
              <a:solidFill>
                <a:prstClr val="white"/>
              </a:solidFill>
              <a:effectLst/>
              <a:uLnTx/>
              <a:uFillTx/>
              <a:latin typeface="Aptos"/>
              <a:cs typeface="Arial"/>
            </a:endParaRPr>
          </a:p>
        </p:txBody>
      </p:sp>
      <p:sp>
        <p:nvSpPr>
          <p:cNvPr id="2542997" name="Rectangle 39"/>
          <p:cNvSpPr/>
          <p:nvPr/>
        </p:nvSpPr>
        <p:spPr bwMode="auto">
          <a:xfrm>
            <a:off x="2108478" y="6613060"/>
            <a:ext cx="1336243" cy="144000"/>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En cours</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893740560" name="Rectangle 41"/>
          <p:cNvSpPr/>
          <p:nvPr/>
        </p:nvSpPr>
        <p:spPr bwMode="auto">
          <a:xfrm>
            <a:off x="3628230" y="6610230"/>
            <a:ext cx="1336243" cy="144000"/>
          </a:xfrm>
          <a:prstGeom prst="rect">
            <a:avLst/>
          </a:prstGeom>
          <a:solidFill>
            <a:srgbClr val="FFCCFF"/>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Pas commencé</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1543919600" name="Rectangle 43"/>
          <p:cNvSpPr/>
          <p:nvPr/>
        </p:nvSpPr>
        <p:spPr bwMode="auto">
          <a:xfrm>
            <a:off x="956421" y="6614091"/>
            <a:ext cx="988607" cy="144000"/>
          </a:xfrm>
          <a:prstGeom prst="rect">
            <a:avLst/>
          </a:prstGeom>
          <a:solidFill>
            <a:schemeClr val="accent6">
              <a:lumMod val="20000"/>
              <a:lumOff val="80000"/>
            </a:schemeClr>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Fait</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27458918" name="Rectangle 13"/>
          <p:cNvSpPr/>
          <p:nvPr/>
        </p:nvSpPr>
        <p:spPr bwMode="auto">
          <a:xfrm>
            <a:off x="678224" y="1294139"/>
            <a:ext cx="1133474" cy="5168531"/>
          </a:xfrm>
          <a:prstGeom prst="rect">
            <a:avLst/>
          </a:prstGeom>
          <a:solidFill>
            <a:schemeClr val="bg1">
              <a:lumMod val="85000"/>
            </a:schemeClr>
          </a:solidFill>
          <a:ln w="12700">
            <a:noFill/>
            <a:miter lim="400000"/>
          </a:ln>
        </p:spPr>
        <p:txBody>
          <a:bodyPr vert="vert270" wrap="square" lIns="25399" tIns="25399" rIns="25399" bIns="25399"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ptos"/>
              <a:cs typeface="Arial"/>
            </a:endParaRPr>
          </a:p>
        </p:txBody>
      </p:sp>
      <p:grpSp>
        <p:nvGrpSpPr>
          <p:cNvPr id="376005993" name="Groupe 4"/>
          <p:cNvGrpSpPr/>
          <p:nvPr/>
        </p:nvGrpSpPr>
        <p:grpSpPr bwMode="auto">
          <a:xfrm>
            <a:off x="7638972" y="6549290"/>
            <a:ext cx="2306682" cy="231768"/>
            <a:chOff x="0" y="0"/>
            <a:chExt cx="2306682" cy="231768"/>
          </a:xfrm>
        </p:grpSpPr>
        <p:sp>
          <p:nvSpPr>
            <p:cNvPr id="9" name="Figure"/>
            <p:cNvSpPr/>
            <p:nvPr/>
          </p:nvSpPr>
          <p:spPr bwMode="auto">
            <a:xfrm>
              <a:off x="0" y="45991"/>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11" name="ZoneTexte 10"/>
            <p:cNvSpPr txBox="1"/>
            <p:nvPr/>
          </p:nvSpPr>
          <p:spPr bwMode="auto">
            <a:xfrm>
              <a:off x="128703" y="0"/>
              <a:ext cx="2177977" cy="23176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dirty="0">
                  <a:ln>
                    <a:noFill/>
                  </a:ln>
                  <a:solidFill>
                    <a:srgbClr val="000000"/>
                  </a:solidFill>
                  <a:effectLst/>
                  <a:uLnTx/>
                  <a:uFillTx/>
                  <a:latin typeface="Marianne"/>
                  <a:ea typeface="Arial"/>
                  <a:cs typeface="Arial"/>
                </a:rPr>
                <a:t>Prérequis implémentation LeanIX</a:t>
              </a:r>
              <a:endParaRPr kumimoji="0" sz="1800" b="0" i="0" u="none" strike="noStrike" kern="0" cap="none" spc="0" normalizeH="0" baseline="0" noProof="0" dirty="0">
                <a:ln>
                  <a:noFill/>
                </a:ln>
                <a:solidFill>
                  <a:prstClr val="black"/>
                </a:solidFill>
                <a:effectLst/>
                <a:uLnTx/>
                <a:uFillTx/>
                <a:latin typeface="Aptos"/>
                <a:cs typeface="Arial"/>
              </a:endParaRPr>
            </a:p>
          </p:txBody>
        </p:sp>
      </p:grpSp>
      <p:grpSp>
        <p:nvGrpSpPr>
          <p:cNvPr id="1691614003" name="Groupe 42"/>
          <p:cNvGrpSpPr/>
          <p:nvPr/>
        </p:nvGrpSpPr>
        <p:grpSpPr bwMode="auto">
          <a:xfrm>
            <a:off x="5108454" y="6564296"/>
            <a:ext cx="2769610" cy="204376"/>
            <a:chOff x="0" y="0"/>
            <a:chExt cx="2769610" cy="204376"/>
          </a:xfrm>
        </p:grpSpPr>
        <p:sp>
          <p:nvSpPr>
            <p:cNvPr id="104" name="Figure"/>
            <p:cNvSpPr/>
            <p:nvPr/>
          </p:nvSpPr>
          <p:spPr bwMode="auto">
            <a:xfrm>
              <a:off x="0" y="44800"/>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32" name="ZoneTexte 31"/>
            <p:cNvSpPr txBox="1"/>
            <p:nvPr/>
          </p:nvSpPr>
          <p:spPr bwMode="auto">
            <a:xfrm>
              <a:off x="172356" y="0"/>
              <a:ext cx="2597252" cy="20437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a:ln>
                    <a:noFill/>
                  </a:ln>
                  <a:solidFill>
                    <a:srgbClr val="000000"/>
                  </a:solidFill>
                  <a:effectLst/>
                  <a:uLnTx/>
                  <a:uFillTx/>
                  <a:latin typeface="Marianne"/>
                  <a:ea typeface="Arial"/>
                  <a:cs typeface="Arial"/>
                </a:rPr>
                <a:t>Nécessite éléments entrants Métiers et SI</a:t>
              </a:r>
              <a:endParaRPr kumimoji="0" sz="1800" b="0" i="0" u="none" strike="noStrike" kern="0" cap="none" spc="0" normalizeH="0" baseline="0" noProof="0">
                <a:ln>
                  <a:noFill/>
                </a:ln>
                <a:solidFill>
                  <a:prstClr val="black"/>
                </a:solidFill>
                <a:effectLst/>
                <a:uLnTx/>
                <a:uFillTx/>
                <a:latin typeface="Aptos"/>
                <a:cs typeface="Arial"/>
              </a:endParaRPr>
            </a:p>
          </p:txBody>
        </p:sp>
      </p:grpSp>
      <p:sp>
        <p:nvSpPr>
          <p:cNvPr id="2104797924" name="(1)"/>
          <p:cNvSpPr txBox="1"/>
          <p:nvPr/>
        </p:nvSpPr>
        <p:spPr bwMode="auto">
          <a:xfrm>
            <a:off x="1802174" y="4532511"/>
            <a:ext cx="10277035" cy="948401"/>
          </a:xfrm>
          <a:prstGeom prst="homePlate">
            <a:avLst>
              <a:gd name="adj" fmla="val 50000"/>
            </a:avLst>
          </a:prstGeom>
          <a:solidFill>
            <a:schemeClr val="bg2">
              <a:lumMod val="50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6"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a:ln>
                <a:noFill/>
              </a:ln>
              <a:solidFill>
                <a:srgbClr val="002060"/>
              </a:solidFill>
              <a:effectLst/>
              <a:uLnTx/>
              <a:uFillTx/>
              <a:latin typeface="Marianne"/>
            </a:endParaRPr>
          </a:p>
        </p:txBody>
      </p:sp>
      <p:grpSp>
        <p:nvGrpSpPr>
          <p:cNvPr id="1542907475" name="Groupe 2"/>
          <p:cNvGrpSpPr/>
          <p:nvPr/>
        </p:nvGrpSpPr>
        <p:grpSpPr bwMode="auto">
          <a:xfrm>
            <a:off x="2050543" y="2720902"/>
            <a:ext cx="1742355" cy="144000"/>
            <a:chOff x="0" y="0"/>
            <a:chExt cx="1742355" cy="144000"/>
          </a:xfrm>
        </p:grpSpPr>
        <p:sp>
          <p:nvSpPr>
            <p:cNvPr id="1124041474" name="Rectangle 37"/>
            <p:cNvSpPr/>
            <p:nvPr/>
          </p:nvSpPr>
          <p:spPr bwMode="auto">
            <a:xfrm>
              <a:off x="0" y="0"/>
              <a:ext cx="1742355" cy="143999"/>
            </a:xfrm>
            <a:prstGeom prst="rect">
              <a:avLst/>
            </a:prstGeom>
            <a:solidFill>
              <a:schemeClr val="accent6">
                <a:lumMod val="20000"/>
                <a:lumOff val="80000"/>
              </a:schemeClr>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Design du Méta Model</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662746393" name="Figure"/>
            <p:cNvSpPr/>
            <p:nvPr/>
          </p:nvSpPr>
          <p:spPr bwMode="auto">
            <a:xfrm>
              <a:off x="1517030" y="21733"/>
              <a:ext cx="155370" cy="10835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grpSp>
      <p:sp>
        <p:nvSpPr>
          <p:cNvPr id="1057602977" name="(1)"/>
          <p:cNvSpPr txBox="1"/>
          <p:nvPr/>
        </p:nvSpPr>
        <p:spPr bwMode="auto">
          <a:xfrm>
            <a:off x="1806285" y="1294760"/>
            <a:ext cx="10277035" cy="873346"/>
          </a:xfrm>
          <a:prstGeom prst="homePlate">
            <a:avLst>
              <a:gd name="adj" fmla="val 50000"/>
            </a:avLst>
          </a:prstGeom>
          <a:solidFill>
            <a:schemeClr val="bg2">
              <a:lumMod val="50000"/>
            </a:schemeClr>
          </a:solidFill>
          <a:ln w="12700">
            <a:noFill/>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0" i="0" u="none" strike="noStrike" cap="none" spc="0">
                <a:ln>
                  <a:noFill/>
                </a:ln>
                <a:solidFill>
                  <a:srgbClr val="002060"/>
                </a:solidFill>
                <a:latin typeface="Marianne"/>
                <a:ea typeface="Marianne"/>
                <a:cs typeface="Marian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0" u="none" strike="noStrike" kern="0" cap="none" spc="0" normalizeH="0" baseline="0" noProof="0">
              <a:ln>
                <a:noFill/>
              </a:ln>
              <a:solidFill>
                <a:prstClr val="black"/>
              </a:solidFill>
              <a:effectLst/>
              <a:uLnTx/>
              <a:uFillTx/>
              <a:latin typeface="Marianne"/>
            </a:endParaRPr>
          </a:p>
        </p:txBody>
      </p:sp>
      <p:sp>
        <p:nvSpPr>
          <p:cNvPr id="1496987927" name="(1)"/>
          <p:cNvSpPr txBox="1"/>
          <p:nvPr/>
        </p:nvSpPr>
        <p:spPr bwMode="auto">
          <a:xfrm>
            <a:off x="1803762" y="2656795"/>
            <a:ext cx="10275448" cy="601620"/>
          </a:xfrm>
          <a:prstGeom prst="homePlate">
            <a:avLst>
              <a:gd name="adj" fmla="val 50000"/>
            </a:avLst>
          </a:prstGeom>
          <a:solidFill>
            <a:schemeClr val="bg2">
              <a:lumMod val="50000"/>
            </a:schemeClr>
          </a:solidFill>
          <a:ln w="12700">
            <a:noFill/>
            <a:miter lim="400000"/>
          </a:ln>
        </p:spPr>
        <p:txBody>
          <a:bodyPr wrap="square" lIns="36000" tIns="25399" rIns="36000" bIns="25399" anchor="ctr">
            <a:noAutofit/>
          </a:bodyPr>
          <a:lstStyle>
            <a:defPPr>
              <a:defRPr lang="fr-FR"/>
            </a:defPPr>
            <a:lvl1pPr marR="0" lvl="0" indent="0">
              <a:lnSpc>
                <a:spcPct val="100000"/>
              </a:lnSpc>
              <a:spcBef>
                <a:spcPts val="0"/>
              </a:spcBef>
              <a:spcAft>
                <a:spcPts val="0"/>
              </a:spcAft>
              <a:buClrTx/>
              <a:buSzTx/>
              <a:buFontTx/>
              <a:buNone/>
              <a:defRPr sz="1050" b="1" i="0" u="none" strike="noStrike" cap="none" spc="0">
                <a:ln>
                  <a:noFill/>
                </a:ln>
                <a:latin typeface="Marianne"/>
                <a:ea typeface="Marianne"/>
                <a:cs typeface="Marian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0" u="none" strike="noStrike" kern="0" cap="none" spc="0" normalizeH="0" baseline="0" noProof="0">
              <a:ln>
                <a:noFill/>
              </a:ln>
              <a:solidFill>
                <a:prstClr val="black"/>
              </a:solidFill>
              <a:effectLst/>
              <a:uLnTx/>
              <a:uFillTx/>
              <a:latin typeface="Marianne"/>
            </a:endParaRPr>
          </a:p>
        </p:txBody>
      </p:sp>
      <p:sp>
        <p:nvSpPr>
          <p:cNvPr id="2074733833" name="(1)"/>
          <p:cNvSpPr txBox="1"/>
          <p:nvPr/>
        </p:nvSpPr>
        <p:spPr bwMode="auto">
          <a:xfrm>
            <a:off x="1803762" y="3320760"/>
            <a:ext cx="10275448" cy="1151982"/>
          </a:xfrm>
          <a:prstGeom prst="homePlate">
            <a:avLst>
              <a:gd name="adj" fmla="val 50000"/>
            </a:avLst>
          </a:prstGeom>
          <a:solidFill>
            <a:schemeClr val="bg2">
              <a:lumMod val="50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fr-FR" sz="1050" b="0" i="0" u="none" strike="noStrike" kern="0" cap="none" spc="0" normalizeH="0" baseline="0" noProof="0">
              <a:ln>
                <a:noFill/>
              </a:ln>
              <a:solidFill>
                <a:prstClr val="black"/>
              </a:solidFill>
              <a:effectLst/>
              <a:uLnTx/>
              <a:uFillTx/>
              <a:latin typeface="Marianne"/>
            </a:endParaRPr>
          </a:p>
        </p:txBody>
      </p:sp>
      <p:sp>
        <p:nvSpPr>
          <p:cNvPr id="1475075346" name="(1)"/>
          <p:cNvSpPr txBox="1"/>
          <p:nvPr/>
        </p:nvSpPr>
        <p:spPr bwMode="auto">
          <a:xfrm>
            <a:off x="1803762" y="5551171"/>
            <a:ext cx="10275448" cy="833551"/>
          </a:xfrm>
          <a:prstGeom prst="homePlate">
            <a:avLst>
              <a:gd name="adj" fmla="val 50000"/>
            </a:avLst>
          </a:prstGeom>
          <a:solidFill>
            <a:schemeClr val="bg2">
              <a:lumMod val="50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a:ln>
                <a:noFill/>
              </a:ln>
              <a:solidFill>
                <a:srgbClr val="002060"/>
              </a:solidFill>
              <a:effectLst/>
              <a:uLnTx/>
              <a:uFillTx/>
              <a:latin typeface="Marianne"/>
            </a:endParaRPr>
          </a:p>
        </p:txBody>
      </p:sp>
      <p:sp>
        <p:nvSpPr>
          <p:cNvPr id="1317083744" name="(1)"/>
          <p:cNvSpPr txBox="1"/>
          <p:nvPr/>
        </p:nvSpPr>
        <p:spPr bwMode="auto">
          <a:xfrm>
            <a:off x="1803762" y="2210998"/>
            <a:ext cx="10275448" cy="387380"/>
          </a:xfrm>
          <a:prstGeom prst="homePlate">
            <a:avLst>
              <a:gd name="adj" fmla="val 50000"/>
            </a:avLst>
          </a:prstGeom>
          <a:solidFill>
            <a:schemeClr val="bg2">
              <a:lumMod val="50000"/>
            </a:schemeClr>
          </a:solidFill>
          <a:ln w="12700">
            <a:noFill/>
            <a:miter lim="400000"/>
          </a:ln>
        </p:spPr>
        <p:txBody>
          <a:bodyPr wrap="square" lIns="36000" tIns="25399" rIns="36000" bIns="25399" anchor="ctr">
            <a:noAutofit/>
          </a:bodyPr>
          <a:lstStyle>
            <a:defPPr>
              <a:defRPr lang="fr-FR"/>
            </a:defPPr>
            <a:lvl1pPr marR="0" lvl="0" indent="0">
              <a:lnSpc>
                <a:spcPct val="100000"/>
              </a:lnSpc>
              <a:spcBef>
                <a:spcPts val="0"/>
              </a:spcBef>
              <a:spcAft>
                <a:spcPts val="0"/>
              </a:spcAft>
              <a:buClrTx/>
              <a:buSzTx/>
              <a:buFontTx/>
              <a:buNone/>
              <a:defRPr sz="1050" b="1" i="0" u="none" strike="noStrike" cap="none" spc="0">
                <a:ln>
                  <a:noFill/>
                </a:ln>
                <a:latin typeface="Marianne"/>
                <a:ea typeface="Marianne"/>
                <a:cs typeface="Marian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050" b="0" i="0" u="none" strike="noStrike" kern="0" cap="none" spc="0" normalizeH="0" baseline="0" noProof="0">
              <a:ln>
                <a:noFill/>
              </a:ln>
              <a:solidFill>
                <a:prstClr val="black"/>
              </a:solidFill>
              <a:effectLst/>
              <a:uLnTx/>
              <a:uFillTx/>
              <a:latin typeface="Marianne"/>
            </a:endParaRPr>
          </a:p>
        </p:txBody>
      </p:sp>
      <p:sp>
        <p:nvSpPr>
          <p:cNvPr id="426543137" name="ZoneTexte 426543136"/>
          <p:cNvSpPr txBox="1"/>
          <p:nvPr/>
        </p:nvSpPr>
        <p:spPr bwMode="auto">
          <a:xfrm>
            <a:off x="669366" y="1604829"/>
            <a:ext cx="1141359" cy="360000"/>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err="1">
                <a:ln>
                  <a:noFill/>
                </a:ln>
                <a:solidFill>
                  <a:schemeClr val="bg1"/>
                </a:solidFill>
                <a:effectLst/>
                <a:uLnTx/>
                <a:uFillTx/>
                <a:latin typeface="Marianne"/>
                <a:ea typeface="Marianne"/>
                <a:cs typeface="Marianne"/>
              </a:rPr>
              <a:t>Référentiel</a:t>
            </a:r>
            <a:r>
              <a:rPr kumimoji="0" lang="en-US" sz="1000" b="1" i="0" u="none" strike="noStrike" kern="0" cap="none" spc="0" normalizeH="0" baseline="0" noProof="0" dirty="0">
                <a:ln>
                  <a:noFill/>
                </a:ln>
                <a:solidFill>
                  <a:schemeClr val="bg1"/>
                </a:solidFill>
                <a:effectLst/>
                <a:uLnTx/>
                <a:uFillTx/>
                <a:latin typeface="Marianne"/>
                <a:ea typeface="Marianne"/>
                <a:cs typeface="Marianne"/>
              </a:rPr>
              <a:t> SI</a:t>
            </a:r>
            <a:endParaRPr kumimoji="0" sz="1000" b="1" i="0" u="none" strike="noStrike" kern="0" cap="none" spc="0" normalizeH="0" baseline="0" noProof="0" dirty="0">
              <a:ln>
                <a:noFill/>
              </a:ln>
              <a:solidFill>
                <a:schemeClr val="bg1"/>
              </a:solidFill>
              <a:effectLst/>
              <a:uLnTx/>
              <a:uFillTx/>
              <a:latin typeface="Aptos"/>
              <a:cs typeface="Arial"/>
            </a:endParaRPr>
          </a:p>
        </p:txBody>
      </p:sp>
      <p:sp>
        <p:nvSpPr>
          <p:cNvPr id="1799390486" name="ZoneTexte 1799390485"/>
          <p:cNvSpPr txBox="1"/>
          <p:nvPr/>
        </p:nvSpPr>
        <p:spPr bwMode="auto">
          <a:xfrm>
            <a:off x="676635" y="2214764"/>
            <a:ext cx="1125538" cy="360000"/>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effectLst/>
                <a:uLnTx/>
                <a:uFillTx/>
                <a:latin typeface="Marianne"/>
                <a:ea typeface="Marianne"/>
                <a:cs typeface="Marianne"/>
              </a:defRPr>
            </a:lvl1pPr>
          </a:lstStyle>
          <a:p>
            <a:r>
              <a:rPr lang="en-US" dirty="0">
                <a:solidFill>
                  <a:schemeClr val="bg1"/>
                </a:solidFill>
              </a:rPr>
              <a:t>Processus // </a:t>
            </a:r>
            <a:r>
              <a:rPr lang="en-US" dirty="0" err="1">
                <a:solidFill>
                  <a:schemeClr val="bg1"/>
                </a:solidFill>
              </a:rPr>
              <a:t>fonctions</a:t>
            </a:r>
            <a:r>
              <a:rPr lang="en-US" dirty="0">
                <a:solidFill>
                  <a:schemeClr val="bg1"/>
                </a:solidFill>
              </a:rPr>
              <a:t> et </a:t>
            </a:r>
            <a:r>
              <a:rPr lang="en-US" dirty="0" err="1">
                <a:solidFill>
                  <a:schemeClr val="bg1"/>
                </a:solidFill>
              </a:rPr>
              <a:t>rôles</a:t>
            </a:r>
            <a:r>
              <a:rPr lang="en-US" dirty="0">
                <a:solidFill>
                  <a:schemeClr val="bg1"/>
                </a:solidFill>
              </a:rPr>
              <a:t> </a:t>
            </a:r>
            <a:endParaRPr dirty="0">
              <a:solidFill>
                <a:schemeClr val="bg1"/>
              </a:solidFill>
            </a:endParaRPr>
          </a:p>
        </p:txBody>
      </p:sp>
      <p:sp>
        <p:nvSpPr>
          <p:cNvPr id="1845195714" name="ZoneTexte 1845195713"/>
          <p:cNvSpPr txBox="1"/>
          <p:nvPr/>
        </p:nvSpPr>
        <p:spPr bwMode="auto">
          <a:xfrm>
            <a:off x="678225" y="2754785"/>
            <a:ext cx="1123950" cy="360000"/>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t" anchorCtr="0" forceAA="0" compatLnSpc="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err="1">
                <a:ln>
                  <a:noFill/>
                </a:ln>
                <a:solidFill>
                  <a:schemeClr val="bg1"/>
                </a:solidFill>
                <a:effectLst/>
                <a:uLnTx/>
                <a:uFillTx/>
                <a:latin typeface="Marianne"/>
                <a:ea typeface="Marianne"/>
                <a:cs typeface="Marianne"/>
              </a:rPr>
              <a:t>Implémentation</a:t>
            </a:r>
            <a:r>
              <a:rPr kumimoji="0" lang="en-US" sz="1000" b="1" i="0" u="none" strike="noStrike" kern="0" cap="none" spc="0" normalizeH="0" baseline="0" noProof="0" dirty="0">
                <a:ln>
                  <a:noFill/>
                </a:ln>
                <a:solidFill>
                  <a:schemeClr val="bg1"/>
                </a:solidFill>
                <a:effectLst/>
                <a:uLnTx/>
                <a:uFillTx/>
                <a:latin typeface="Marianne"/>
                <a:ea typeface="Marianne"/>
                <a:cs typeface="Marianne"/>
              </a:rPr>
              <a:t> </a:t>
            </a:r>
            <a:endParaRPr kumimoji="0" sz="1000" b="1" i="0" u="none" strike="noStrike" kern="0" cap="none" spc="0" normalizeH="0" baseline="0" noProof="0" dirty="0">
              <a:ln>
                <a:noFill/>
              </a:ln>
              <a:solidFill>
                <a:schemeClr val="bg1"/>
              </a:solidFill>
              <a:effectLst/>
              <a:uLnTx/>
              <a:uFillTx/>
              <a:latin typeface="Aptos"/>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Marianne"/>
                <a:ea typeface="Marianne"/>
                <a:cs typeface="Marianne"/>
              </a:rPr>
              <a:t>LeanIX</a:t>
            </a:r>
            <a:endParaRPr kumimoji="0" sz="1000" b="1" i="0" u="none" strike="noStrike" kern="0" cap="none" spc="0" normalizeH="0" baseline="0" noProof="0" dirty="0">
              <a:ln>
                <a:noFill/>
              </a:ln>
              <a:solidFill>
                <a:schemeClr val="bg1"/>
              </a:solidFill>
              <a:effectLst/>
              <a:uLnTx/>
              <a:uFillTx/>
              <a:latin typeface="Aptos"/>
              <a:cs typeface="Arial"/>
            </a:endParaRPr>
          </a:p>
        </p:txBody>
      </p:sp>
      <p:sp>
        <p:nvSpPr>
          <p:cNvPr id="1811421201" name="ZoneTexte 1811421200"/>
          <p:cNvSpPr txBox="1"/>
          <p:nvPr/>
        </p:nvSpPr>
        <p:spPr bwMode="auto">
          <a:xfrm>
            <a:off x="675539" y="3406033"/>
            <a:ext cx="1114708" cy="945431"/>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effectLst/>
                <a:uLnTx/>
                <a:uFillTx/>
                <a:latin typeface="Marianne"/>
                <a:ea typeface="Marianne"/>
                <a:cs typeface="Marianne"/>
              </a:defRPr>
            </a:lvl1pPr>
          </a:lstStyle>
          <a:p>
            <a:r>
              <a:rPr lang="fr-FR" dirty="0">
                <a:solidFill>
                  <a:schemeClr val="bg1"/>
                </a:solidFill>
              </a:rPr>
              <a:t>Cartographie </a:t>
            </a:r>
            <a:endParaRPr dirty="0">
              <a:solidFill>
                <a:schemeClr val="bg1"/>
              </a:solidFill>
            </a:endParaRPr>
          </a:p>
          <a:p>
            <a:r>
              <a:rPr lang="fr-FR" dirty="0">
                <a:solidFill>
                  <a:schemeClr val="bg1"/>
                </a:solidFill>
              </a:rPr>
              <a:t>Macro fonctionnelle</a:t>
            </a:r>
            <a:endParaRPr dirty="0">
              <a:solidFill>
                <a:schemeClr val="bg1"/>
              </a:solidFill>
            </a:endParaRPr>
          </a:p>
          <a:p>
            <a:r>
              <a:rPr lang="fr-FR" dirty="0">
                <a:solidFill>
                  <a:schemeClr val="bg1"/>
                </a:solidFill>
              </a:rPr>
              <a:t>Applicative, flux et données transportées</a:t>
            </a:r>
            <a:endParaRPr dirty="0">
              <a:solidFill>
                <a:schemeClr val="bg1"/>
              </a:solidFill>
            </a:endParaRPr>
          </a:p>
        </p:txBody>
      </p:sp>
      <p:sp>
        <p:nvSpPr>
          <p:cNvPr id="537971028" name="Rectangle 15"/>
          <p:cNvSpPr/>
          <p:nvPr/>
        </p:nvSpPr>
        <p:spPr bwMode="auto">
          <a:xfrm>
            <a:off x="1803762" y="1349087"/>
            <a:ext cx="2831789" cy="183602"/>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Marianne"/>
                <a:cs typeface="Marianne"/>
              </a:rPr>
              <a:t>Hébergements </a:t>
            </a:r>
            <a:r>
              <a:rPr kumimoji="0" lang="fr-FR" sz="1000" b="0" i="1" u="none" strike="noStrike" kern="0" cap="none" spc="0" normalizeH="0" baseline="0" noProof="0" dirty="0">
                <a:ln>
                  <a:noFill/>
                </a:ln>
                <a:solidFill>
                  <a:prstClr val="black"/>
                </a:solidFill>
                <a:effectLst/>
                <a:uLnTx/>
                <a:uFillTx/>
                <a:latin typeface="Marianne"/>
                <a:ea typeface="Arial"/>
                <a:cs typeface="Arial"/>
              </a:rPr>
              <a:t>des applicatifs à compléter</a:t>
            </a:r>
            <a:endParaRPr kumimoji="0" sz="1000" b="0" i="0" u="none" strike="noStrike" kern="0" cap="none" spc="0" normalizeH="0" baseline="0" noProof="0" dirty="0">
              <a:ln>
                <a:noFill/>
              </a:ln>
              <a:solidFill>
                <a:prstClr val="black"/>
              </a:solidFill>
              <a:effectLst/>
              <a:uLnTx/>
              <a:uFillTx/>
              <a:latin typeface="Aptos"/>
              <a:cs typeface="Arial"/>
            </a:endParaRPr>
          </a:p>
        </p:txBody>
      </p:sp>
      <p:sp>
        <p:nvSpPr>
          <p:cNvPr id="1327460049" name="Figure"/>
          <p:cNvSpPr/>
          <p:nvPr/>
        </p:nvSpPr>
        <p:spPr bwMode="auto">
          <a:xfrm>
            <a:off x="4257767" y="1377388"/>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sz="1000" b="0" i="0" u="none" strike="noStrike" kern="0" cap="none" spc="0" normalizeH="0" baseline="0" noProof="0">
              <a:ln>
                <a:noFill/>
              </a:ln>
              <a:solidFill>
                <a:srgbClr val="FFFFFF"/>
              </a:solidFill>
              <a:effectLst/>
              <a:uLnTx/>
              <a:uFillTx/>
              <a:latin typeface="Marianne"/>
            </a:endParaRPr>
          </a:p>
        </p:txBody>
      </p:sp>
      <p:grpSp>
        <p:nvGrpSpPr>
          <p:cNvPr id="1201157007" name="Groupe 50"/>
          <p:cNvGrpSpPr/>
          <p:nvPr/>
        </p:nvGrpSpPr>
        <p:grpSpPr bwMode="auto">
          <a:xfrm>
            <a:off x="1817873" y="1632712"/>
            <a:ext cx="2852584" cy="196801"/>
            <a:chOff x="25941" y="0"/>
            <a:chExt cx="2852584" cy="196801"/>
          </a:xfrm>
        </p:grpSpPr>
        <p:grpSp>
          <p:nvGrpSpPr>
            <p:cNvPr id="1301749171" name="Groupe 6"/>
            <p:cNvGrpSpPr/>
            <p:nvPr/>
          </p:nvGrpSpPr>
          <p:grpSpPr bwMode="auto">
            <a:xfrm>
              <a:off x="25941" y="0"/>
              <a:ext cx="2852584" cy="196801"/>
              <a:chOff x="25941" y="0"/>
              <a:chExt cx="2852584" cy="196801"/>
            </a:xfrm>
          </p:grpSpPr>
          <p:sp>
            <p:nvSpPr>
              <p:cNvPr id="880645050" name="Rectangle 17"/>
              <p:cNvSpPr/>
              <p:nvPr/>
            </p:nvSpPr>
            <p:spPr bwMode="auto">
              <a:xfrm>
                <a:off x="25941" y="0"/>
                <a:ext cx="2852584" cy="19680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Mapper les applicatifs avec Produits Anah</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1659137629" name="Figure"/>
              <p:cNvSpPr/>
              <p:nvPr/>
            </p:nvSpPr>
            <p:spPr bwMode="auto">
              <a:xfrm>
                <a:off x="2532310" y="36636"/>
                <a:ext cx="128415" cy="1329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grpSp>
        <p:sp>
          <p:nvSpPr>
            <p:cNvPr id="1606279566" name="Figure"/>
            <p:cNvSpPr/>
            <p:nvPr/>
          </p:nvSpPr>
          <p:spPr bwMode="auto">
            <a:xfrm>
              <a:off x="2316657" y="38127"/>
              <a:ext cx="128415" cy="13142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sp>
        <p:nvSpPr>
          <p:cNvPr id="903302505" name="Rectangle 28"/>
          <p:cNvSpPr/>
          <p:nvPr/>
        </p:nvSpPr>
        <p:spPr bwMode="auto">
          <a:xfrm>
            <a:off x="8061939" y="1637137"/>
            <a:ext cx="3040062" cy="196801"/>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Affecter des priorités aux Grands Projets </a:t>
            </a:r>
            <a:endParaRPr kumimoji="0" sz="1800" b="0" i="0" u="none" strike="noStrike" kern="0" cap="none" spc="0" normalizeH="0" baseline="0" noProof="0" dirty="0">
              <a:ln>
                <a:noFill/>
              </a:ln>
              <a:solidFill>
                <a:prstClr val="black"/>
              </a:solidFill>
              <a:effectLst/>
              <a:uLnTx/>
              <a:uFillTx/>
              <a:latin typeface="Aptos"/>
              <a:cs typeface="Arial"/>
            </a:endParaRPr>
          </a:p>
        </p:txBody>
      </p:sp>
      <p:grpSp>
        <p:nvGrpSpPr>
          <p:cNvPr id="668676749" name="Groupe 668676748"/>
          <p:cNvGrpSpPr/>
          <p:nvPr/>
        </p:nvGrpSpPr>
        <p:grpSpPr bwMode="auto">
          <a:xfrm>
            <a:off x="8626467" y="1910698"/>
            <a:ext cx="3040062" cy="194288"/>
            <a:chOff x="0" y="21948"/>
            <a:chExt cx="3040062" cy="194288"/>
          </a:xfrm>
        </p:grpSpPr>
        <p:sp>
          <p:nvSpPr>
            <p:cNvPr id="1406351093" name="Rectangle 28"/>
            <p:cNvSpPr/>
            <p:nvPr/>
          </p:nvSpPr>
          <p:spPr bwMode="auto">
            <a:xfrm>
              <a:off x="0" y="21948"/>
              <a:ext cx="3040062" cy="194288"/>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Mapper les applicatifs aux Grands Projets </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1447272117" name="Figure"/>
            <p:cNvSpPr/>
            <p:nvPr/>
          </p:nvSpPr>
          <p:spPr bwMode="auto">
            <a:xfrm>
              <a:off x="2608181" y="56528"/>
              <a:ext cx="128415" cy="128414"/>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632507855" name="Figure"/>
            <p:cNvSpPr/>
            <p:nvPr/>
          </p:nvSpPr>
          <p:spPr bwMode="auto">
            <a:xfrm>
              <a:off x="2782986" y="56528"/>
              <a:ext cx="128415" cy="12786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sp>
        <p:nvSpPr>
          <p:cNvPr id="845722316" name="Figure"/>
          <p:cNvSpPr/>
          <p:nvPr/>
        </p:nvSpPr>
        <p:spPr bwMode="auto">
          <a:xfrm>
            <a:off x="10648865" y="1672910"/>
            <a:ext cx="128415" cy="13142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nvGrpSpPr>
          <p:cNvPr id="118302387" name="Groupe 75"/>
          <p:cNvGrpSpPr/>
          <p:nvPr/>
        </p:nvGrpSpPr>
        <p:grpSpPr bwMode="auto">
          <a:xfrm>
            <a:off x="6391711" y="2687290"/>
            <a:ext cx="3754976" cy="180395"/>
            <a:chOff x="0" y="30495"/>
            <a:chExt cx="3754976" cy="180395"/>
          </a:xfrm>
        </p:grpSpPr>
        <p:sp>
          <p:nvSpPr>
            <p:cNvPr id="1938400545" name="Rectangle 32"/>
            <p:cNvSpPr/>
            <p:nvPr/>
          </p:nvSpPr>
          <p:spPr bwMode="auto">
            <a:xfrm>
              <a:off x="0" y="30495"/>
              <a:ext cx="3754976" cy="180395"/>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Implémentation base du Méta Model (2èmes priorités)</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1676152579" name="Figure"/>
            <p:cNvSpPr/>
            <p:nvPr/>
          </p:nvSpPr>
          <p:spPr bwMode="auto">
            <a:xfrm>
              <a:off x="3447053" y="51330"/>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grpSp>
        <p:nvGrpSpPr>
          <p:cNvPr id="324542996" name="Groupe 65"/>
          <p:cNvGrpSpPr/>
          <p:nvPr/>
        </p:nvGrpSpPr>
        <p:grpSpPr bwMode="auto">
          <a:xfrm>
            <a:off x="1802738" y="3383418"/>
            <a:ext cx="2747070" cy="555242"/>
            <a:chOff x="0" y="0"/>
            <a:chExt cx="2747070" cy="555242"/>
          </a:xfrm>
        </p:grpSpPr>
        <p:sp>
          <p:nvSpPr>
            <p:cNvPr id="1975994093" name="Rectangle 12"/>
            <p:cNvSpPr/>
            <p:nvPr/>
          </p:nvSpPr>
          <p:spPr bwMode="auto">
            <a:xfrm>
              <a:off x="0" y="0"/>
              <a:ext cx="2747070" cy="555242"/>
            </a:xfrm>
            <a:prstGeom prst="rect">
              <a:avLst/>
            </a:prstGeom>
            <a:solidFill>
              <a:schemeClr val="accent6">
                <a:lumMod val="20000"/>
                <a:lumOff val="80000"/>
              </a:schemeClr>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Analyse et cartographie de l’Existant Ressources humaines : macro-fonctions applicatives et flux</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1770572786" name="Figure"/>
            <p:cNvSpPr/>
            <p:nvPr/>
          </p:nvSpPr>
          <p:spPr bwMode="auto">
            <a:xfrm>
              <a:off x="2538214" y="294252"/>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grpSp>
        <p:nvGrpSpPr>
          <p:cNvPr id="623588257" name="Groupe 69"/>
          <p:cNvGrpSpPr/>
          <p:nvPr/>
        </p:nvGrpSpPr>
        <p:grpSpPr bwMode="auto">
          <a:xfrm>
            <a:off x="1797336" y="3982073"/>
            <a:ext cx="2331830" cy="445501"/>
            <a:chOff x="0" y="0"/>
            <a:chExt cx="2331830" cy="445501"/>
          </a:xfrm>
        </p:grpSpPr>
        <p:sp>
          <p:nvSpPr>
            <p:cNvPr id="1420282838" name="Rectangle 25"/>
            <p:cNvSpPr/>
            <p:nvPr/>
          </p:nvSpPr>
          <p:spPr bwMode="auto">
            <a:xfrm>
              <a:off x="0" y="0"/>
              <a:ext cx="2331830" cy="44550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prstClr val="black"/>
                  </a:solidFill>
                  <a:latin typeface="Marianne"/>
                  <a:cs typeface="Arial"/>
                </a:rPr>
                <a:t>Représentation de la cible Ressources Humaines 2028 à valider avec D5</a:t>
              </a:r>
              <a:endParaRPr sz="1000" i="1" kern="0" dirty="0">
                <a:solidFill>
                  <a:prstClr val="black"/>
                </a:solidFill>
                <a:latin typeface="Marianne"/>
                <a:cs typeface="Arial"/>
              </a:endParaRPr>
            </a:p>
          </p:txBody>
        </p:sp>
        <p:sp>
          <p:nvSpPr>
            <p:cNvPr id="1297117266" name="Figure"/>
            <p:cNvSpPr/>
            <p:nvPr/>
          </p:nvSpPr>
          <p:spPr bwMode="auto">
            <a:xfrm>
              <a:off x="2087848" y="11745"/>
              <a:ext cx="128415" cy="30952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lumMod val="20000"/>
                <a:lumOff val="80000"/>
              </a:schemeClr>
            </a:solidFill>
            <a:ln w="12700">
              <a:noFill/>
              <a:miter lim="400000"/>
            </a:ln>
          </p:spPr>
          <p:txBody>
            <a:bodyPr wrap="square" lIns="25399" tIns="25399" rIns="25399" bIns="25399" anchor="ctr">
              <a:noAutofit/>
            </a:bodyPr>
            <a:lstStyle/>
            <a:p>
              <a:pPr algn="ctr"/>
              <a:endParaRPr lang="fr-FR" sz="1000" i="1" kern="0">
                <a:solidFill>
                  <a:prstClr val="black"/>
                </a:solidFill>
                <a:latin typeface="Marianne"/>
                <a:cs typeface="Arial"/>
              </a:endParaRPr>
            </a:p>
          </p:txBody>
        </p:sp>
      </p:grpSp>
      <p:sp>
        <p:nvSpPr>
          <p:cNvPr id="1508021465" name="Flèche : pentagone 61"/>
          <p:cNvSpPr/>
          <p:nvPr/>
        </p:nvSpPr>
        <p:spPr bwMode="auto">
          <a:xfrm>
            <a:off x="9435481" y="2954879"/>
            <a:ext cx="2478896" cy="180395"/>
          </a:xfrm>
          <a:prstGeom prst="homePlate">
            <a:avLst>
              <a:gd name="adj" fmla="val 50000"/>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Complétion LeanIX (poursuite)</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1911671108" name="Figure"/>
          <p:cNvSpPr/>
          <p:nvPr/>
        </p:nvSpPr>
        <p:spPr bwMode="auto">
          <a:xfrm>
            <a:off x="11684720" y="2989711"/>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nvGrpSpPr>
          <p:cNvPr id="298868120" name="Groupe 70"/>
          <p:cNvGrpSpPr/>
          <p:nvPr/>
        </p:nvGrpSpPr>
        <p:grpSpPr bwMode="auto">
          <a:xfrm>
            <a:off x="4602680" y="3388093"/>
            <a:ext cx="6674920" cy="165082"/>
            <a:chOff x="-2" y="2"/>
            <a:chExt cx="6674920" cy="165082"/>
          </a:xfrm>
        </p:grpSpPr>
        <p:sp>
          <p:nvSpPr>
            <p:cNvPr id="2030859328" name="Rectangle 66"/>
            <p:cNvSpPr/>
            <p:nvPr/>
          </p:nvSpPr>
          <p:spPr bwMode="auto">
            <a:xfrm>
              <a:off x="-2" y="2"/>
              <a:ext cx="6674920" cy="165082"/>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prstClr val="black"/>
                  </a:solidFill>
                  <a:latin typeface="Marianne"/>
                </a:rPr>
                <a:t>Analyse et cartographie Existant et Cible Applicatifs</a:t>
              </a:r>
              <a:r>
                <a:rPr lang="fr-FR" sz="1000" i="1" kern="0" dirty="0">
                  <a:solidFill>
                    <a:prstClr val="black"/>
                  </a:solidFill>
                  <a:latin typeface="Marianne"/>
                  <a:cs typeface="Arial"/>
                </a:rPr>
                <a:t>, macro fonctions et flux Gestion Comptable et Financière</a:t>
              </a:r>
              <a:r>
                <a:rPr sz="1000" i="1" kern="0" dirty="0">
                  <a:solidFill>
                    <a:prstClr val="black"/>
                  </a:solidFill>
                  <a:latin typeface="Marianne"/>
                  <a:cs typeface="Arial"/>
                </a:rPr>
                <a:t> </a:t>
              </a:r>
              <a:r>
                <a:rPr lang="fr-FR" sz="1000" i="1" kern="0" dirty="0">
                  <a:solidFill>
                    <a:prstClr val="black"/>
                  </a:solidFill>
                  <a:latin typeface="Marianne"/>
                  <a:cs typeface="Arial"/>
                </a:rPr>
                <a:t>En cours par Luc</a:t>
              </a:r>
            </a:p>
          </p:txBody>
        </p:sp>
        <p:sp>
          <p:nvSpPr>
            <p:cNvPr id="1792880457" name="Figure"/>
            <p:cNvSpPr/>
            <p:nvPr/>
          </p:nvSpPr>
          <p:spPr bwMode="auto">
            <a:xfrm>
              <a:off x="6514341" y="18372"/>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grpSp>
        <p:nvGrpSpPr>
          <p:cNvPr id="976147005" name="Groupe 976147004"/>
          <p:cNvGrpSpPr/>
          <p:nvPr/>
        </p:nvGrpSpPr>
        <p:grpSpPr bwMode="auto">
          <a:xfrm>
            <a:off x="3865083" y="2948394"/>
            <a:ext cx="4012979" cy="203971"/>
            <a:chOff x="0" y="0"/>
            <a:chExt cx="4012979" cy="203971"/>
          </a:xfrm>
        </p:grpSpPr>
        <p:sp>
          <p:nvSpPr>
            <p:cNvPr id="1153416386" name="Rectangle 38"/>
            <p:cNvSpPr/>
            <p:nvPr/>
          </p:nvSpPr>
          <p:spPr bwMode="auto">
            <a:xfrm>
              <a:off x="0" y="0"/>
              <a:ext cx="4012979" cy="203971"/>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Implémentation base du Méta Model (1ères priorités de structure)</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248221914" name="Figure"/>
            <p:cNvSpPr/>
            <p:nvPr/>
          </p:nvSpPr>
          <p:spPr bwMode="auto">
            <a:xfrm>
              <a:off x="3654403" y="33750"/>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dirty="0">
                <a:ln>
                  <a:noFill/>
                </a:ln>
                <a:solidFill>
                  <a:srgbClr val="FFFFFF"/>
                </a:solidFill>
                <a:effectLst/>
                <a:uLnTx/>
                <a:uFillTx/>
                <a:latin typeface="Marianne"/>
              </a:endParaRPr>
            </a:p>
          </p:txBody>
        </p:sp>
      </p:grpSp>
      <p:grpSp>
        <p:nvGrpSpPr>
          <p:cNvPr id="927737382" name="Groupe 927737381"/>
          <p:cNvGrpSpPr/>
          <p:nvPr/>
        </p:nvGrpSpPr>
        <p:grpSpPr bwMode="auto">
          <a:xfrm>
            <a:off x="5108454" y="1632713"/>
            <a:ext cx="2898365" cy="172279"/>
            <a:chOff x="-492295" y="-24578"/>
            <a:chExt cx="2898365" cy="172279"/>
          </a:xfrm>
        </p:grpSpPr>
        <p:sp>
          <p:nvSpPr>
            <p:cNvPr id="1564782988" name="Rectangle 28"/>
            <p:cNvSpPr/>
            <p:nvPr/>
          </p:nvSpPr>
          <p:spPr bwMode="auto">
            <a:xfrm>
              <a:off x="-492295" y="-24578"/>
              <a:ext cx="2898365" cy="157230"/>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Identifier les Grands Projets en lien avec les applicatifs</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308132305" name="Figure"/>
            <p:cNvSpPr/>
            <p:nvPr/>
          </p:nvSpPr>
          <p:spPr bwMode="auto">
            <a:xfrm>
              <a:off x="1967968" y="12057"/>
              <a:ext cx="128415" cy="135644"/>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1411727335" name="Figure"/>
            <p:cNvSpPr/>
            <p:nvPr/>
          </p:nvSpPr>
          <p:spPr bwMode="auto">
            <a:xfrm>
              <a:off x="2163657" y="12910"/>
              <a:ext cx="128415" cy="1329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grpSp>
      <p:sp>
        <p:nvSpPr>
          <p:cNvPr id="1949838092" name="Figure"/>
          <p:cNvSpPr/>
          <p:nvPr/>
        </p:nvSpPr>
        <p:spPr bwMode="auto">
          <a:xfrm>
            <a:off x="10858499" y="1672910"/>
            <a:ext cx="128415" cy="1278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1566191542" name="Rectangle 37"/>
          <p:cNvSpPr/>
          <p:nvPr/>
        </p:nvSpPr>
        <p:spPr bwMode="auto">
          <a:xfrm>
            <a:off x="1805514" y="2695755"/>
            <a:ext cx="1778592" cy="193434"/>
          </a:xfrm>
          <a:prstGeom prst="rect">
            <a:avLst/>
          </a:prstGeom>
          <a:solidFill>
            <a:schemeClr val="accent6">
              <a:lumMod val="20000"/>
              <a:lumOff val="80000"/>
            </a:schemeClr>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Design du Méta Model</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647844072" name="Figure"/>
          <p:cNvSpPr/>
          <p:nvPr/>
        </p:nvSpPr>
        <p:spPr bwMode="auto">
          <a:xfrm>
            <a:off x="3295139" y="2718997"/>
            <a:ext cx="128415" cy="1278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2" name="Rectangle 32">
            <a:extLst>
              <a:ext uri="{FF2B5EF4-FFF2-40B4-BE49-F238E27FC236}">
                <a16:creationId xmlns:a16="http://schemas.microsoft.com/office/drawing/2014/main" id="{A553FEE6-6DCE-26E1-923A-3918721F6D7A}"/>
              </a:ext>
            </a:extLst>
          </p:cNvPr>
          <p:cNvSpPr/>
          <p:nvPr/>
        </p:nvSpPr>
        <p:spPr bwMode="auto">
          <a:xfrm>
            <a:off x="5077498" y="1357643"/>
            <a:ext cx="3709821" cy="18613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prstClr val="black"/>
                </a:solidFill>
                <a:latin typeface="Marianne"/>
              </a:rPr>
              <a:t>Compléter les responsabilités Service porteur par applicatif</a:t>
            </a:r>
            <a:endParaRPr sz="1000" i="1" kern="0" dirty="0">
              <a:solidFill>
                <a:prstClr val="black"/>
              </a:solidFill>
              <a:latin typeface="Marianne"/>
            </a:endParaRPr>
          </a:p>
        </p:txBody>
      </p:sp>
      <p:sp>
        <p:nvSpPr>
          <p:cNvPr id="3" name="ZoneTexte 2">
            <a:extLst>
              <a:ext uri="{FF2B5EF4-FFF2-40B4-BE49-F238E27FC236}">
                <a16:creationId xmlns:a16="http://schemas.microsoft.com/office/drawing/2014/main" id="{9BAC1AF6-AD25-A014-40E9-6CA817C2A707}"/>
              </a:ext>
            </a:extLst>
          </p:cNvPr>
          <p:cNvSpPr txBox="1"/>
          <p:nvPr/>
        </p:nvSpPr>
        <p:spPr bwMode="auto">
          <a:xfrm>
            <a:off x="677225" y="4837248"/>
            <a:ext cx="1125539" cy="360000"/>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effectLst/>
                <a:uLnTx/>
                <a:uFillTx/>
                <a:latin typeface="Marianne"/>
                <a:ea typeface="Marianne"/>
                <a:cs typeface="Marianne"/>
              </a:defRPr>
            </a:lvl1pPr>
          </a:lstStyle>
          <a:p>
            <a:r>
              <a:rPr lang="en-US" dirty="0" err="1">
                <a:solidFill>
                  <a:schemeClr val="bg1"/>
                </a:solidFill>
              </a:rPr>
              <a:t>Référentiels</a:t>
            </a:r>
            <a:r>
              <a:rPr lang="en-US" dirty="0">
                <a:solidFill>
                  <a:schemeClr val="bg1"/>
                </a:solidFill>
              </a:rPr>
              <a:t> </a:t>
            </a:r>
          </a:p>
          <a:p>
            <a:r>
              <a:rPr lang="en-US" dirty="0">
                <a:solidFill>
                  <a:schemeClr val="bg1"/>
                </a:solidFill>
              </a:rPr>
              <a:t>Métiers</a:t>
            </a:r>
          </a:p>
        </p:txBody>
      </p:sp>
      <p:sp>
        <p:nvSpPr>
          <p:cNvPr id="4" name="ZoneTexte 3">
            <a:extLst>
              <a:ext uri="{FF2B5EF4-FFF2-40B4-BE49-F238E27FC236}">
                <a16:creationId xmlns:a16="http://schemas.microsoft.com/office/drawing/2014/main" id="{8ECD199B-9121-1F4E-16CE-2B1DDF09BF8D}"/>
              </a:ext>
            </a:extLst>
          </p:cNvPr>
          <p:cNvSpPr txBox="1"/>
          <p:nvPr/>
        </p:nvSpPr>
        <p:spPr bwMode="auto">
          <a:xfrm>
            <a:off x="669366" y="5755745"/>
            <a:ext cx="1142332" cy="360000"/>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effectLst/>
                <a:uLnTx/>
                <a:uFillTx/>
                <a:latin typeface="Marianne"/>
                <a:ea typeface="Marianne"/>
                <a:cs typeface="Marianne"/>
              </a:defRPr>
            </a:lvl1pPr>
          </a:lstStyle>
          <a:p>
            <a:r>
              <a:rPr lang="en-US">
                <a:solidFill>
                  <a:schemeClr val="bg1"/>
                </a:solidFill>
              </a:rPr>
              <a:t>Référentiels techniques</a:t>
            </a:r>
            <a:r>
              <a:rPr lang="en-US" dirty="0">
                <a:solidFill>
                  <a:schemeClr val="bg1"/>
                </a:solidFill>
              </a:rPr>
              <a:t> </a:t>
            </a:r>
          </a:p>
        </p:txBody>
      </p:sp>
      <p:sp>
        <p:nvSpPr>
          <p:cNvPr id="5" name="Rectangle 32">
            <a:extLst>
              <a:ext uri="{FF2B5EF4-FFF2-40B4-BE49-F238E27FC236}">
                <a16:creationId xmlns:a16="http://schemas.microsoft.com/office/drawing/2014/main" id="{C7566B81-BD75-2FD4-F2FE-B6F5B4311B7C}"/>
              </a:ext>
            </a:extLst>
          </p:cNvPr>
          <p:cNvSpPr/>
          <p:nvPr/>
        </p:nvSpPr>
        <p:spPr bwMode="auto">
          <a:xfrm>
            <a:off x="1807903" y="2314771"/>
            <a:ext cx="3198599" cy="163801"/>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effectLst/>
                <a:uLnTx/>
                <a:uFillTx/>
                <a:latin typeface="Marianne"/>
                <a:ea typeface="Arial"/>
                <a:cs typeface="Arial"/>
              </a:rPr>
              <a:t>Identifier les Rôles au travers des processus décrits</a:t>
            </a:r>
            <a:endParaRPr kumimoji="0" sz="1800" b="0" i="0" u="none" strike="noStrike" kern="0" cap="none" spc="0" normalizeH="0" baseline="0" noProof="0" dirty="0">
              <a:ln>
                <a:noFill/>
              </a:ln>
              <a:effectLst/>
              <a:uLnTx/>
              <a:uFillTx/>
              <a:latin typeface="Aptos"/>
              <a:cs typeface="Arial"/>
            </a:endParaRPr>
          </a:p>
        </p:txBody>
      </p:sp>
      <p:sp>
        <p:nvSpPr>
          <p:cNvPr id="6" name="Rectangle 32">
            <a:extLst>
              <a:ext uri="{FF2B5EF4-FFF2-40B4-BE49-F238E27FC236}">
                <a16:creationId xmlns:a16="http://schemas.microsoft.com/office/drawing/2014/main" id="{7418E495-D0F4-179B-5D44-5949072339C7}"/>
              </a:ext>
            </a:extLst>
          </p:cNvPr>
          <p:cNvSpPr/>
          <p:nvPr/>
        </p:nvSpPr>
        <p:spPr bwMode="auto">
          <a:xfrm>
            <a:off x="5135756" y="2228143"/>
            <a:ext cx="3406491" cy="170978"/>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effectLst/>
                <a:uLnTx/>
                <a:uFillTx/>
                <a:latin typeface="Marianne"/>
                <a:ea typeface="Arial"/>
                <a:cs typeface="Arial"/>
              </a:rPr>
              <a:t>Identifier les </a:t>
            </a:r>
            <a:r>
              <a:rPr lang="fr-FR" sz="1000" i="1" kern="0" dirty="0">
                <a:latin typeface="Marianne"/>
                <a:ea typeface="Arial"/>
                <a:cs typeface="Arial"/>
              </a:rPr>
              <a:t>f</a:t>
            </a:r>
            <a:r>
              <a:rPr kumimoji="0" lang="fr-FR" sz="1000" b="0" i="1" u="none" strike="noStrike" kern="0" cap="none" spc="0" normalizeH="0" baseline="0" noProof="0" dirty="0">
                <a:ln>
                  <a:noFill/>
                </a:ln>
                <a:effectLst/>
                <a:uLnTx/>
                <a:uFillTx/>
                <a:latin typeface="Marianne"/>
                <a:ea typeface="Arial"/>
                <a:cs typeface="Arial"/>
              </a:rPr>
              <a:t>onctions au travers des processus décrits</a:t>
            </a:r>
            <a:endParaRPr kumimoji="0" sz="1800" b="0" i="0" u="none" strike="noStrike" kern="0" cap="none" spc="0" normalizeH="0" baseline="0" noProof="0" dirty="0">
              <a:ln>
                <a:noFill/>
              </a:ln>
              <a:effectLst/>
              <a:uLnTx/>
              <a:uFillTx/>
              <a:latin typeface="Aptos"/>
              <a:cs typeface="Arial"/>
            </a:endParaRPr>
          </a:p>
        </p:txBody>
      </p:sp>
      <p:sp>
        <p:nvSpPr>
          <p:cNvPr id="7" name="Figure">
            <a:extLst>
              <a:ext uri="{FF2B5EF4-FFF2-40B4-BE49-F238E27FC236}">
                <a16:creationId xmlns:a16="http://schemas.microsoft.com/office/drawing/2014/main" id="{C1C94C53-2295-5A9E-5C10-4AC37734CC0F}"/>
              </a:ext>
            </a:extLst>
          </p:cNvPr>
          <p:cNvSpPr/>
          <p:nvPr/>
        </p:nvSpPr>
        <p:spPr bwMode="auto">
          <a:xfrm>
            <a:off x="8301405" y="2259179"/>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sz="1000" b="0" i="0" u="none" strike="noStrike" kern="0" cap="none" spc="0" normalizeH="0" baseline="0" noProof="0">
              <a:ln>
                <a:noFill/>
              </a:ln>
              <a:solidFill>
                <a:srgbClr val="FFFFFF"/>
              </a:solidFill>
              <a:effectLst/>
              <a:uLnTx/>
              <a:uFillTx/>
              <a:latin typeface="Marianne"/>
            </a:endParaRPr>
          </a:p>
        </p:txBody>
      </p:sp>
      <p:sp>
        <p:nvSpPr>
          <p:cNvPr id="8" name="Figure">
            <a:extLst>
              <a:ext uri="{FF2B5EF4-FFF2-40B4-BE49-F238E27FC236}">
                <a16:creationId xmlns:a16="http://schemas.microsoft.com/office/drawing/2014/main" id="{7AD44621-F2A8-4A18-76A6-1E0B528E8915}"/>
              </a:ext>
            </a:extLst>
          </p:cNvPr>
          <p:cNvSpPr/>
          <p:nvPr/>
        </p:nvSpPr>
        <p:spPr bwMode="auto">
          <a:xfrm>
            <a:off x="4836058" y="2330859"/>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sz="1000" b="0" i="0" u="none" strike="noStrike" kern="0" cap="none" spc="0" normalizeH="0" baseline="0" noProof="0">
              <a:ln>
                <a:noFill/>
              </a:ln>
              <a:solidFill>
                <a:srgbClr val="FFFFFF"/>
              </a:solidFill>
              <a:effectLst/>
              <a:uLnTx/>
              <a:uFillTx/>
              <a:latin typeface="Marianne"/>
            </a:endParaRPr>
          </a:p>
        </p:txBody>
      </p:sp>
      <p:grpSp>
        <p:nvGrpSpPr>
          <p:cNvPr id="2034654940" name="Groupe 49"/>
          <p:cNvGrpSpPr/>
          <p:nvPr/>
        </p:nvGrpSpPr>
        <p:grpSpPr bwMode="auto">
          <a:xfrm>
            <a:off x="8375964" y="1393353"/>
            <a:ext cx="322607" cy="127860"/>
            <a:chOff x="204757" y="1113"/>
            <a:chExt cx="322607" cy="127860"/>
          </a:xfrm>
        </p:grpSpPr>
        <p:sp>
          <p:nvSpPr>
            <p:cNvPr id="610795982" name="Figure"/>
            <p:cNvSpPr/>
            <p:nvPr/>
          </p:nvSpPr>
          <p:spPr bwMode="auto">
            <a:xfrm>
              <a:off x="398949" y="1113"/>
              <a:ext cx="128415" cy="12785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539034180" name="Figure"/>
            <p:cNvSpPr/>
            <p:nvPr/>
          </p:nvSpPr>
          <p:spPr bwMode="auto">
            <a:xfrm>
              <a:off x="204757" y="1113"/>
              <a:ext cx="128415" cy="12786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sp>
        <p:nvSpPr>
          <p:cNvPr id="10" name="Figure">
            <a:extLst>
              <a:ext uri="{FF2B5EF4-FFF2-40B4-BE49-F238E27FC236}">
                <a16:creationId xmlns:a16="http://schemas.microsoft.com/office/drawing/2014/main" id="{668FAF0B-23AA-0AD5-B8B0-4BC420748DD9}"/>
              </a:ext>
            </a:extLst>
          </p:cNvPr>
          <p:cNvSpPr/>
          <p:nvPr/>
        </p:nvSpPr>
        <p:spPr bwMode="auto">
          <a:xfrm>
            <a:off x="3868450" y="4232367"/>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12" name="Figure">
            <a:extLst>
              <a:ext uri="{FF2B5EF4-FFF2-40B4-BE49-F238E27FC236}">
                <a16:creationId xmlns:a16="http://schemas.microsoft.com/office/drawing/2014/main" id="{8D25F306-B9B4-918A-0606-A17B379B9531}"/>
              </a:ext>
            </a:extLst>
          </p:cNvPr>
          <p:cNvSpPr/>
          <p:nvPr/>
        </p:nvSpPr>
        <p:spPr bwMode="auto">
          <a:xfrm>
            <a:off x="4429246" y="1378942"/>
            <a:ext cx="128415" cy="132919"/>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18" name="Rectangle 66">
            <a:extLst>
              <a:ext uri="{FF2B5EF4-FFF2-40B4-BE49-F238E27FC236}">
                <a16:creationId xmlns:a16="http://schemas.microsoft.com/office/drawing/2014/main" id="{A6C3BDFB-B08A-40A2-FD85-DD7C3956D0F6}"/>
              </a:ext>
            </a:extLst>
          </p:cNvPr>
          <p:cNvSpPr/>
          <p:nvPr/>
        </p:nvSpPr>
        <p:spPr bwMode="auto">
          <a:xfrm>
            <a:off x="1814388" y="4640219"/>
            <a:ext cx="2632821" cy="19011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prstClr val="black"/>
                </a:solidFill>
                <a:latin typeface="Marianne"/>
                <a:cs typeface="Arial"/>
              </a:rPr>
              <a:t>Lister les objets métiers du SI de l’Anah</a:t>
            </a:r>
          </a:p>
        </p:txBody>
      </p:sp>
      <p:sp>
        <p:nvSpPr>
          <p:cNvPr id="19" name="Rectangle 66">
            <a:extLst>
              <a:ext uri="{FF2B5EF4-FFF2-40B4-BE49-F238E27FC236}">
                <a16:creationId xmlns:a16="http://schemas.microsoft.com/office/drawing/2014/main" id="{BA6E0CC5-5AB3-47C9-E61D-C899B70D4EDD}"/>
              </a:ext>
            </a:extLst>
          </p:cNvPr>
          <p:cNvSpPr/>
          <p:nvPr/>
        </p:nvSpPr>
        <p:spPr bwMode="auto">
          <a:xfrm>
            <a:off x="1799439" y="5189960"/>
            <a:ext cx="4755851" cy="19011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prstClr val="black"/>
                </a:solidFill>
                <a:latin typeface="Marianne"/>
                <a:cs typeface="Arial"/>
              </a:rPr>
              <a:t> Récupérer les modèles de données des applicatifs existants</a:t>
            </a:r>
          </a:p>
        </p:txBody>
      </p:sp>
      <p:grpSp>
        <p:nvGrpSpPr>
          <p:cNvPr id="13" name="Groupe 12">
            <a:extLst>
              <a:ext uri="{FF2B5EF4-FFF2-40B4-BE49-F238E27FC236}">
                <a16:creationId xmlns:a16="http://schemas.microsoft.com/office/drawing/2014/main" id="{A216D446-1034-8176-F3A5-1284C31C4DC0}"/>
              </a:ext>
            </a:extLst>
          </p:cNvPr>
          <p:cNvGrpSpPr/>
          <p:nvPr/>
        </p:nvGrpSpPr>
        <p:grpSpPr>
          <a:xfrm>
            <a:off x="1813292" y="5642144"/>
            <a:ext cx="8574946" cy="204853"/>
            <a:chOff x="1813292" y="5544869"/>
            <a:chExt cx="8574946" cy="204853"/>
          </a:xfrm>
        </p:grpSpPr>
        <p:sp>
          <p:nvSpPr>
            <p:cNvPr id="20" name="Rectangle 41">
              <a:extLst>
                <a:ext uri="{FF2B5EF4-FFF2-40B4-BE49-F238E27FC236}">
                  <a16:creationId xmlns:a16="http://schemas.microsoft.com/office/drawing/2014/main" id="{A49EB31A-4415-1481-A9F5-CF407364B812}"/>
                </a:ext>
              </a:extLst>
            </p:cNvPr>
            <p:cNvSpPr/>
            <p:nvPr/>
          </p:nvSpPr>
          <p:spPr bwMode="auto">
            <a:xfrm>
              <a:off x="1813292" y="5544869"/>
              <a:ext cx="8574946" cy="204853"/>
            </a:xfrm>
            <a:prstGeom prst="rect">
              <a:avLst/>
            </a:prstGeom>
            <a:solidFill>
              <a:srgbClr val="FFCCFF"/>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panose="02000000000000000000"/>
                  <a:cs typeface="Arial"/>
                </a:rPr>
                <a:t>Infra : Récupérer les éléments de Sécurité pour les cartographier (firewall, </a:t>
              </a:r>
              <a:r>
                <a:rPr kumimoji="0" lang="fr-FR" sz="1000" b="0" i="1" u="none" strike="noStrike" kern="0" cap="none" spc="0" normalizeH="0" baseline="0" noProof="0" dirty="0" err="1">
                  <a:ln>
                    <a:noFill/>
                  </a:ln>
                  <a:solidFill>
                    <a:prstClr val="black"/>
                  </a:solidFill>
                  <a:effectLst/>
                  <a:uLnTx/>
                  <a:uFillTx/>
                  <a:latin typeface="Marianne" panose="02000000000000000000"/>
                  <a:cs typeface="Arial"/>
                </a:rPr>
                <a:t>vpn</a:t>
              </a:r>
              <a:r>
                <a:rPr lang="fr-FR" sz="1000" i="1" kern="0" dirty="0">
                  <a:solidFill>
                    <a:prstClr val="black"/>
                  </a:solidFill>
                  <a:latin typeface="Marianne" panose="02000000000000000000"/>
                  <a:cs typeface="Arial"/>
                </a:rPr>
                <a:t> … en On </a:t>
              </a:r>
              <a:r>
                <a:rPr lang="fr-FR" sz="1000" i="1" kern="0" dirty="0" err="1">
                  <a:solidFill>
                    <a:prstClr val="black"/>
                  </a:solidFill>
                  <a:latin typeface="Marianne" panose="02000000000000000000"/>
                  <a:cs typeface="Arial"/>
                </a:rPr>
                <a:t>Premise</a:t>
              </a:r>
              <a:r>
                <a:rPr lang="fr-FR" sz="1000" i="1" kern="0" dirty="0">
                  <a:solidFill>
                    <a:prstClr val="black"/>
                  </a:solidFill>
                  <a:latin typeface="Marianne" panose="02000000000000000000"/>
                  <a:cs typeface="Arial"/>
                </a:rPr>
                <a:t> ou liens internet, zones réseaux…) </a:t>
              </a:r>
              <a:endParaRPr kumimoji="0" sz="1000" b="0" i="1" u="none" strike="noStrike" kern="0" cap="none" spc="0" normalizeH="0" baseline="0" noProof="0" dirty="0">
                <a:ln>
                  <a:noFill/>
                </a:ln>
                <a:solidFill>
                  <a:prstClr val="black"/>
                </a:solidFill>
                <a:effectLst/>
                <a:uLnTx/>
                <a:uFillTx/>
                <a:latin typeface="Marianne" panose="02000000000000000000"/>
                <a:cs typeface="Arial"/>
              </a:endParaRPr>
            </a:p>
          </p:txBody>
        </p:sp>
        <p:sp>
          <p:nvSpPr>
            <p:cNvPr id="22" name="Figure">
              <a:extLst>
                <a:ext uri="{FF2B5EF4-FFF2-40B4-BE49-F238E27FC236}">
                  <a16:creationId xmlns:a16="http://schemas.microsoft.com/office/drawing/2014/main" id="{7CA50856-6D14-BB52-CB98-0260F01A5622}"/>
                </a:ext>
              </a:extLst>
            </p:cNvPr>
            <p:cNvSpPr/>
            <p:nvPr/>
          </p:nvSpPr>
          <p:spPr bwMode="auto">
            <a:xfrm>
              <a:off x="9861553" y="5576130"/>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000" b="0" i="1" u="none" strike="noStrike" kern="0" cap="none" spc="0" normalizeH="0" baseline="0" noProof="0">
                <a:ln>
                  <a:noFill/>
                </a:ln>
                <a:solidFill>
                  <a:srgbClr val="FFFFFF"/>
                </a:solidFill>
                <a:effectLst/>
                <a:uLnTx/>
                <a:uFillTx/>
                <a:latin typeface="Marianne" panose="02000000000000000000"/>
              </a:endParaRPr>
            </a:p>
          </p:txBody>
        </p:sp>
      </p:grpSp>
      <p:grpSp>
        <p:nvGrpSpPr>
          <p:cNvPr id="14" name="Groupe 13">
            <a:extLst>
              <a:ext uri="{FF2B5EF4-FFF2-40B4-BE49-F238E27FC236}">
                <a16:creationId xmlns:a16="http://schemas.microsoft.com/office/drawing/2014/main" id="{7ADC4618-6A58-BED9-1615-5B726D73D40F}"/>
              </a:ext>
            </a:extLst>
          </p:cNvPr>
          <p:cNvGrpSpPr/>
          <p:nvPr/>
        </p:nvGrpSpPr>
        <p:grpSpPr>
          <a:xfrm>
            <a:off x="1808658" y="5981933"/>
            <a:ext cx="5435205" cy="184461"/>
            <a:chOff x="1808658" y="5839263"/>
            <a:chExt cx="5435205" cy="184461"/>
          </a:xfrm>
        </p:grpSpPr>
        <p:sp>
          <p:nvSpPr>
            <p:cNvPr id="21" name="Rectangle 41">
              <a:extLst>
                <a:ext uri="{FF2B5EF4-FFF2-40B4-BE49-F238E27FC236}">
                  <a16:creationId xmlns:a16="http://schemas.microsoft.com/office/drawing/2014/main" id="{C93543A8-E9EA-89E8-E009-05E7128770B1}"/>
                </a:ext>
              </a:extLst>
            </p:cNvPr>
            <p:cNvSpPr/>
            <p:nvPr/>
          </p:nvSpPr>
          <p:spPr bwMode="auto">
            <a:xfrm>
              <a:off x="1808658" y="5839263"/>
              <a:ext cx="5435205" cy="184461"/>
            </a:xfrm>
            <a:prstGeom prst="rect">
              <a:avLst/>
            </a:prstGeom>
            <a:solidFill>
              <a:schemeClr val="accent3">
                <a:lumMod val="20000"/>
                <a:lumOff val="80000"/>
              </a:schemeClr>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panose="02000000000000000000"/>
                  <a:cs typeface="Arial"/>
                </a:rPr>
                <a:t>Cartographier les hébergements des </a:t>
              </a:r>
              <a:r>
                <a:rPr kumimoji="0" lang="fr-FR" sz="1000" b="0" i="1" u="none" strike="noStrike" kern="0" cap="none" spc="0" normalizeH="0" baseline="0" noProof="0" dirty="0" err="1">
                  <a:ln>
                    <a:noFill/>
                  </a:ln>
                  <a:solidFill>
                    <a:prstClr val="black"/>
                  </a:solidFill>
                  <a:effectLst/>
                  <a:uLnTx/>
                  <a:uFillTx/>
                  <a:latin typeface="Marianne" panose="02000000000000000000"/>
                  <a:cs typeface="Arial"/>
                </a:rPr>
                <a:t>applic</a:t>
              </a:r>
              <a:r>
                <a:rPr lang="fr-FR" sz="1000" i="1" kern="0" dirty="0" err="1">
                  <a:solidFill>
                    <a:prstClr val="black"/>
                  </a:solidFill>
                  <a:latin typeface="Marianne" panose="02000000000000000000"/>
                  <a:cs typeface="Arial"/>
                </a:rPr>
                <a:t>atifs</a:t>
              </a:r>
              <a:r>
                <a:rPr lang="fr-FR" sz="1000" i="1" kern="0" dirty="0">
                  <a:solidFill>
                    <a:prstClr val="black"/>
                  </a:solidFill>
                  <a:latin typeface="Marianne" panose="02000000000000000000"/>
                  <a:cs typeface="Arial"/>
                </a:rPr>
                <a:t> de l’Anah, répertoriés dans le référentiel SI</a:t>
              </a:r>
              <a:endParaRPr kumimoji="0" sz="1000" b="0" i="1" u="none" strike="noStrike" kern="0" cap="none" spc="0" normalizeH="0" baseline="0" noProof="0" dirty="0">
                <a:ln>
                  <a:noFill/>
                </a:ln>
                <a:solidFill>
                  <a:prstClr val="black"/>
                </a:solidFill>
                <a:effectLst/>
                <a:uLnTx/>
                <a:uFillTx/>
                <a:latin typeface="Marianne" panose="02000000000000000000"/>
                <a:cs typeface="Arial"/>
              </a:endParaRPr>
            </a:p>
          </p:txBody>
        </p:sp>
        <p:sp>
          <p:nvSpPr>
            <p:cNvPr id="23" name="Figure">
              <a:extLst>
                <a:ext uri="{FF2B5EF4-FFF2-40B4-BE49-F238E27FC236}">
                  <a16:creationId xmlns:a16="http://schemas.microsoft.com/office/drawing/2014/main" id="{6FFEF6AC-019E-BCB1-D0F6-CD323B2B1D66}"/>
                </a:ext>
              </a:extLst>
            </p:cNvPr>
            <p:cNvSpPr/>
            <p:nvPr/>
          </p:nvSpPr>
          <p:spPr bwMode="auto">
            <a:xfrm>
              <a:off x="6881875" y="5850646"/>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000" b="0" i="1" u="none" strike="noStrike" kern="0" cap="none" spc="0" normalizeH="0" baseline="0" noProof="0">
                <a:ln>
                  <a:noFill/>
                </a:ln>
                <a:solidFill>
                  <a:srgbClr val="FFFFFF"/>
                </a:solidFill>
                <a:effectLst/>
                <a:uLnTx/>
                <a:uFillTx/>
                <a:latin typeface="Marianne" panose="02000000000000000000"/>
              </a:endParaRPr>
            </a:p>
          </p:txBody>
        </p:sp>
      </p:grpSp>
      <p:sp>
        <p:nvSpPr>
          <p:cNvPr id="24" name="Rectangle 38">
            <a:extLst>
              <a:ext uri="{FF2B5EF4-FFF2-40B4-BE49-F238E27FC236}">
                <a16:creationId xmlns:a16="http://schemas.microsoft.com/office/drawing/2014/main" id="{37F55AA5-2CDC-1ED4-FBE3-CF0213FB2B5C}"/>
              </a:ext>
            </a:extLst>
          </p:cNvPr>
          <p:cNvSpPr/>
          <p:nvPr/>
        </p:nvSpPr>
        <p:spPr bwMode="auto">
          <a:xfrm>
            <a:off x="4621384" y="3636928"/>
            <a:ext cx="5197067" cy="171830"/>
          </a:xfrm>
          <a:prstGeom prst="rect">
            <a:avLst/>
          </a:prstGeom>
          <a:solidFill>
            <a:srgbClr val="FFCCFF"/>
          </a:solidFill>
          <a:ln w="12700">
            <a:noFill/>
            <a:miter lim="400000"/>
          </a:ln>
        </p:spPr>
        <p:txBody>
          <a:bodyPr wrap="square" lIns="25399" tIns="25399" rIns="25399" bIns="25399" anchor="ctr">
            <a:noAutofit/>
          </a:bodyPr>
          <a:lstStyle/>
          <a:p>
            <a:pPr lvl="0">
              <a:defRPr/>
            </a:pPr>
            <a:r>
              <a:rPr lang="fr-FR" sz="1000" i="1" kern="0" dirty="0">
                <a:solidFill>
                  <a:prstClr val="black"/>
                </a:solidFill>
                <a:latin typeface="Marianne"/>
              </a:rPr>
              <a:t>Analyse et cartographie Existant et Cible </a:t>
            </a:r>
            <a:r>
              <a:rPr kumimoji="0" lang="fr-FR" sz="1000" b="0" i="1" u="none" strike="noStrike" kern="0" cap="none" spc="0" normalizeH="0" baseline="0" noProof="0" dirty="0">
                <a:ln>
                  <a:noFill/>
                </a:ln>
                <a:solidFill>
                  <a:prstClr val="black"/>
                </a:solidFill>
                <a:effectLst/>
                <a:uLnTx/>
                <a:uFillTx/>
                <a:latin typeface="Marianne"/>
                <a:ea typeface="Arial"/>
                <a:cs typeface="Arial"/>
              </a:rPr>
              <a:t>Applicatifs</a:t>
            </a:r>
            <a:r>
              <a:rPr lang="fr-FR" sz="1000" i="1" kern="0" dirty="0">
                <a:solidFill>
                  <a:prstClr val="black"/>
                </a:solidFill>
                <a:latin typeface="Marianne"/>
              </a:rPr>
              <a:t> , macro fonctions et flux</a:t>
            </a:r>
            <a:r>
              <a:rPr kumimoji="0" lang="fr-FR" sz="1000" b="0" i="1" u="none" strike="noStrike" kern="0" cap="none" spc="0" normalizeH="0" baseline="0" noProof="0" dirty="0">
                <a:ln>
                  <a:noFill/>
                </a:ln>
                <a:solidFill>
                  <a:prstClr val="black"/>
                </a:solidFill>
                <a:effectLst/>
                <a:uLnTx/>
                <a:uFillTx/>
                <a:latin typeface="Marianne"/>
                <a:ea typeface="Arial"/>
                <a:cs typeface="Arial"/>
              </a:rPr>
              <a:t> Coeur Métier</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25" name="Figure">
            <a:extLst>
              <a:ext uri="{FF2B5EF4-FFF2-40B4-BE49-F238E27FC236}">
                <a16:creationId xmlns:a16="http://schemas.microsoft.com/office/drawing/2014/main" id="{2BA1FFD2-428D-5679-2C85-B81CBEA711CF}"/>
              </a:ext>
            </a:extLst>
          </p:cNvPr>
          <p:cNvSpPr/>
          <p:nvPr/>
        </p:nvSpPr>
        <p:spPr bwMode="auto">
          <a:xfrm>
            <a:off x="9517762" y="3667016"/>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26" name="Rectangle 38">
            <a:extLst>
              <a:ext uri="{FF2B5EF4-FFF2-40B4-BE49-F238E27FC236}">
                <a16:creationId xmlns:a16="http://schemas.microsoft.com/office/drawing/2014/main" id="{9B0D15EB-35E4-32B5-1ADF-D30906F006D4}"/>
              </a:ext>
            </a:extLst>
          </p:cNvPr>
          <p:cNvSpPr/>
          <p:nvPr/>
        </p:nvSpPr>
        <p:spPr bwMode="auto">
          <a:xfrm>
            <a:off x="4613473" y="3918735"/>
            <a:ext cx="4984484" cy="181635"/>
          </a:xfrm>
          <a:prstGeom prst="rect">
            <a:avLst/>
          </a:prstGeom>
          <a:solidFill>
            <a:srgbClr val="FFCCFF"/>
          </a:solidFill>
          <a:ln w="12700">
            <a:noFill/>
            <a:miter lim="400000"/>
          </a:ln>
        </p:spPr>
        <p:txBody>
          <a:bodyPr wrap="square" lIns="25399" tIns="25399" rIns="25399" bIns="25399" anchor="ctr">
            <a:noAutofit/>
          </a:bodyPr>
          <a:lstStyle/>
          <a:p>
            <a:pPr lvl="0">
              <a:defRPr/>
            </a:pPr>
            <a:r>
              <a:rPr lang="fr-FR" sz="1000" i="1" kern="0" dirty="0">
                <a:solidFill>
                  <a:prstClr val="black"/>
                </a:solidFill>
                <a:latin typeface="Marianne"/>
              </a:rPr>
              <a:t>Analyse et cartographie Existant et Cible </a:t>
            </a:r>
            <a:r>
              <a:rPr kumimoji="0" lang="fr-FR" sz="1000" b="0" i="1" u="none" strike="noStrike" kern="0" cap="none" spc="0" normalizeH="0" baseline="0" noProof="0" dirty="0">
                <a:ln>
                  <a:noFill/>
                </a:ln>
                <a:solidFill>
                  <a:prstClr val="black"/>
                </a:solidFill>
                <a:effectLst/>
                <a:uLnTx/>
                <a:uFillTx/>
                <a:latin typeface="Marianne"/>
                <a:ea typeface="Arial"/>
                <a:cs typeface="Arial"/>
              </a:rPr>
              <a:t>Autres applicatifs</a:t>
            </a:r>
            <a:r>
              <a:rPr lang="fr-FR" sz="1000" i="1" kern="0" dirty="0">
                <a:solidFill>
                  <a:prstClr val="black"/>
                </a:solidFill>
                <a:latin typeface="Marianne"/>
              </a:rPr>
              <a:t> , macro fonctions et flux</a:t>
            </a:r>
            <a:r>
              <a:rPr kumimoji="0" lang="fr-FR" sz="1000" b="0" i="1" u="none" strike="noStrike" kern="0" cap="none" spc="0" normalizeH="0" baseline="0" noProof="0" dirty="0">
                <a:ln>
                  <a:noFill/>
                </a:ln>
                <a:solidFill>
                  <a:prstClr val="black"/>
                </a:solidFill>
                <a:effectLst/>
                <a:uLnTx/>
                <a:uFillTx/>
                <a:latin typeface="Marianne"/>
                <a:ea typeface="Arial"/>
                <a:cs typeface="Arial"/>
              </a:rPr>
              <a:t> Support</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27" name="Figure">
            <a:extLst>
              <a:ext uri="{FF2B5EF4-FFF2-40B4-BE49-F238E27FC236}">
                <a16:creationId xmlns:a16="http://schemas.microsoft.com/office/drawing/2014/main" id="{5E44A20F-CFB4-5C99-2B8A-C0695B87219C}"/>
              </a:ext>
            </a:extLst>
          </p:cNvPr>
          <p:cNvSpPr/>
          <p:nvPr/>
        </p:nvSpPr>
        <p:spPr bwMode="auto">
          <a:xfrm>
            <a:off x="9389347" y="3960573"/>
            <a:ext cx="128415" cy="12841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399" tIns="25399" rIns="25399" bIns="25399" anchor="ctr"/>
          <a:lstStyle/>
          <a:p>
            <a:pPr marL="0" marR="0" lvl="0" indent="0" algn="ctr" defTabSz="412749"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29" name="Rectangle 66">
            <a:extLst>
              <a:ext uri="{FF2B5EF4-FFF2-40B4-BE49-F238E27FC236}">
                <a16:creationId xmlns:a16="http://schemas.microsoft.com/office/drawing/2014/main" id="{811BE417-6D26-7686-17D5-92F2CC807C8B}"/>
              </a:ext>
            </a:extLst>
          </p:cNvPr>
          <p:cNvSpPr/>
          <p:nvPr/>
        </p:nvSpPr>
        <p:spPr bwMode="auto">
          <a:xfrm>
            <a:off x="1812409" y="4904802"/>
            <a:ext cx="3470540" cy="19011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srgbClr val="FF0000"/>
                </a:solidFill>
                <a:latin typeface="Marianne"/>
                <a:cs typeface="Arial"/>
              </a:rPr>
              <a:t>Etablir les référentiels de structures, personnes et géographies</a:t>
            </a:r>
          </a:p>
        </p:txBody>
      </p:sp>
      <p:sp>
        <p:nvSpPr>
          <p:cNvPr id="33" name="Rectangle 66">
            <a:extLst>
              <a:ext uri="{FF2B5EF4-FFF2-40B4-BE49-F238E27FC236}">
                <a16:creationId xmlns:a16="http://schemas.microsoft.com/office/drawing/2014/main" id="{91FF57C1-AE3B-1DAA-CD84-905084338848}"/>
              </a:ext>
            </a:extLst>
          </p:cNvPr>
          <p:cNvSpPr/>
          <p:nvPr/>
        </p:nvSpPr>
        <p:spPr bwMode="auto">
          <a:xfrm>
            <a:off x="6811699" y="5185150"/>
            <a:ext cx="3470540" cy="190111"/>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r>
              <a:rPr lang="fr-FR" sz="1000" i="1" kern="0" dirty="0">
                <a:solidFill>
                  <a:prstClr val="black"/>
                </a:solidFill>
                <a:latin typeface="Marianne"/>
                <a:cs typeface="Arial"/>
              </a:rPr>
              <a:t>Récupérer les évolutions du modèle porté par Passerelle</a:t>
            </a:r>
          </a:p>
        </p:txBody>
      </p:sp>
      <p:sp>
        <p:nvSpPr>
          <p:cNvPr id="35" name="ZoneTexte 34">
            <a:extLst>
              <a:ext uri="{FF2B5EF4-FFF2-40B4-BE49-F238E27FC236}">
                <a16:creationId xmlns:a16="http://schemas.microsoft.com/office/drawing/2014/main" id="{91CD9D31-EFDB-5CCF-A792-04CEBCB21B4D}"/>
              </a:ext>
            </a:extLst>
          </p:cNvPr>
          <p:cNvSpPr txBox="1"/>
          <p:nvPr/>
        </p:nvSpPr>
        <p:spPr>
          <a:xfrm>
            <a:off x="669366" y="985525"/>
            <a:ext cx="1113047" cy="276999"/>
          </a:xfrm>
          <a:prstGeom prst="rect">
            <a:avLst/>
          </a:prstGeom>
          <a:solidFill>
            <a:srgbClr val="002060"/>
          </a:solidFill>
          <a:ln w="12700">
            <a:solidFill>
              <a:schemeClr val="bg1"/>
            </a:solidFill>
          </a:ln>
        </p:spPr>
        <p:txBody>
          <a:bodyPr wrap="square" rtlCol="0">
            <a:spAutoFit/>
          </a:bodyPr>
          <a:lstStyle/>
          <a:p>
            <a:r>
              <a:rPr lang="fr-FR" sz="1200" b="1" dirty="0">
                <a:solidFill>
                  <a:schemeClr val="bg1"/>
                </a:solidFill>
              </a:rPr>
              <a:t>Livrables</a:t>
            </a:r>
          </a:p>
        </p:txBody>
      </p:sp>
      <p:sp>
        <p:nvSpPr>
          <p:cNvPr id="36" name="Figure">
            <a:extLst>
              <a:ext uri="{FF2B5EF4-FFF2-40B4-BE49-F238E27FC236}">
                <a16:creationId xmlns:a16="http://schemas.microsoft.com/office/drawing/2014/main" id="{B3DEB770-1003-3BF4-899B-FFEBC904C66B}"/>
              </a:ext>
            </a:extLst>
          </p:cNvPr>
          <p:cNvSpPr/>
          <p:nvPr/>
        </p:nvSpPr>
        <p:spPr bwMode="auto">
          <a:xfrm>
            <a:off x="4076991" y="4662661"/>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38" name="Figure">
            <a:extLst>
              <a:ext uri="{FF2B5EF4-FFF2-40B4-BE49-F238E27FC236}">
                <a16:creationId xmlns:a16="http://schemas.microsoft.com/office/drawing/2014/main" id="{741048B3-3AEB-68A1-068A-EA96B5172C84}"/>
              </a:ext>
            </a:extLst>
          </p:cNvPr>
          <p:cNvSpPr/>
          <p:nvPr/>
        </p:nvSpPr>
        <p:spPr bwMode="auto">
          <a:xfrm>
            <a:off x="6302949" y="5215827"/>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39" name="Figure">
            <a:extLst>
              <a:ext uri="{FF2B5EF4-FFF2-40B4-BE49-F238E27FC236}">
                <a16:creationId xmlns:a16="http://schemas.microsoft.com/office/drawing/2014/main" id="{54C3F231-D799-D7CE-032E-4C2DBAA67050}"/>
              </a:ext>
            </a:extLst>
          </p:cNvPr>
          <p:cNvSpPr/>
          <p:nvPr/>
        </p:nvSpPr>
        <p:spPr bwMode="auto">
          <a:xfrm>
            <a:off x="10016863" y="5202545"/>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15" name="Rectangle 41">
            <a:extLst>
              <a:ext uri="{FF2B5EF4-FFF2-40B4-BE49-F238E27FC236}">
                <a16:creationId xmlns:a16="http://schemas.microsoft.com/office/drawing/2014/main" id="{17B2F62D-46A6-9623-D884-77851402C289}"/>
              </a:ext>
            </a:extLst>
          </p:cNvPr>
          <p:cNvSpPr/>
          <p:nvPr/>
        </p:nvSpPr>
        <p:spPr bwMode="auto">
          <a:xfrm>
            <a:off x="10144238" y="6581837"/>
            <a:ext cx="1336243" cy="144000"/>
          </a:xfrm>
          <a:prstGeom prst="rect">
            <a:avLst/>
          </a:prstGeom>
          <a:pattFill prst="pct20">
            <a:fgClr>
              <a:schemeClr val="bg1">
                <a:lumMod val="75000"/>
              </a:schemeClr>
            </a:fgClr>
            <a:bgClr>
              <a:schemeClr val="bg1"/>
            </a:bgClr>
          </a:pattFill>
          <a:ln w="12700">
            <a:noFill/>
            <a:miter lim="400000"/>
          </a:ln>
        </p:spPr>
        <p:txBody>
          <a:bodyPr wrap="square" lIns="25399" tIns="25399" rIns="25399" bIns="25399" anchor="ctr">
            <a:noAutofit/>
          </a:bodyPr>
          <a:lstStyle/>
          <a:p>
            <a:r>
              <a:rPr lang="fr-FR" sz="1000" b="1" i="1" kern="0" dirty="0">
                <a:solidFill>
                  <a:prstClr val="black"/>
                </a:solidFill>
                <a:latin typeface="Marianne"/>
                <a:cs typeface="Arial"/>
              </a:rPr>
              <a:t>En attente de précisions</a:t>
            </a:r>
            <a:endParaRPr sz="1000" b="1" i="1" kern="0" dirty="0">
              <a:solidFill>
                <a:prstClr val="black"/>
              </a:solidFill>
              <a:latin typeface="Marianne"/>
              <a:cs typeface="Arial"/>
            </a:endParaRPr>
          </a:p>
        </p:txBody>
      </p:sp>
      <p:sp>
        <p:nvSpPr>
          <p:cNvPr id="16" name="Rectangle 32">
            <a:extLst>
              <a:ext uri="{FF2B5EF4-FFF2-40B4-BE49-F238E27FC236}">
                <a16:creationId xmlns:a16="http://schemas.microsoft.com/office/drawing/2014/main" id="{724500FF-8F49-4897-9619-EB971CAB647F}"/>
              </a:ext>
            </a:extLst>
          </p:cNvPr>
          <p:cNvSpPr/>
          <p:nvPr/>
        </p:nvSpPr>
        <p:spPr bwMode="auto">
          <a:xfrm>
            <a:off x="8507886" y="2389922"/>
            <a:ext cx="3406491" cy="170978"/>
          </a:xfrm>
          <a:prstGeom prst="rect">
            <a:avLst/>
          </a:prstGeom>
          <a:solidFill>
            <a:srgbClr val="FFCCFF"/>
          </a:solidFill>
          <a:ln w="12700">
            <a:noFill/>
            <a:miter lim="400000"/>
          </a:ln>
        </p:spPr>
        <p:txBody>
          <a:bodyPr wrap="square" lIns="25399" tIns="25399" rIns="25399" bIns="25399"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effectLst/>
                <a:uLnTx/>
                <a:uFillTx/>
                <a:latin typeface="Marianne"/>
                <a:ea typeface="Arial"/>
                <a:cs typeface="Arial"/>
              </a:rPr>
              <a:t>Identifier les objets transportés au travers des processus décrits</a:t>
            </a:r>
            <a:endParaRPr kumimoji="0" sz="1800" b="0" i="0" u="none" strike="noStrike" kern="0" cap="none" spc="0" normalizeH="0" baseline="0" noProof="0" dirty="0">
              <a:ln>
                <a:noFill/>
              </a:ln>
              <a:effectLst/>
              <a:uLnTx/>
              <a:uFillTx/>
              <a:latin typeface="Aptos"/>
              <a:cs typeface="Arial"/>
            </a:endParaRPr>
          </a:p>
        </p:txBody>
      </p:sp>
      <p:sp>
        <p:nvSpPr>
          <p:cNvPr id="28" name="Rectangle 43">
            <a:extLst>
              <a:ext uri="{FF2B5EF4-FFF2-40B4-BE49-F238E27FC236}">
                <a16:creationId xmlns:a16="http://schemas.microsoft.com/office/drawing/2014/main" id="{0F61EAF1-67AE-AB8F-C359-889F7C974C75}"/>
              </a:ext>
            </a:extLst>
          </p:cNvPr>
          <p:cNvSpPr/>
          <p:nvPr/>
        </p:nvSpPr>
        <p:spPr bwMode="auto">
          <a:xfrm>
            <a:off x="8044136" y="5974080"/>
            <a:ext cx="1473626" cy="168234"/>
          </a:xfrm>
          <a:prstGeom prst="rect">
            <a:avLst/>
          </a:prstGeom>
          <a:solidFill>
            <a:schemeClr val="accent6">
              <a:lumMod val="20000"/>
              <a:lumOff val="80000"/>
            </a:schemeClr>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dirty="0">
                <a:ln>
                  <a:noFill/>
                </a:ln>
                <a:solidFill>
                  <a:prstClr val="black"/>
                </a:solidFill>
                <a:effectLst/>
                <a:uLnTx/>
                <a:uFillTx/>
                <a:latin typeface="Marianne"/>
                <a:ea typeface="Arial"/>
                <a:cs typeface="Arial"/>
              </a:rPr>
              <a:t>Modèle de CMDB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FE4F124-D499-5DA8-8543-D2D0A88FF540}"/>
            </a:ext>
          </a:extLst>
        </p:cNvPr>
        <p:cNvGrpSpPr/>
        <p:nvPr/>
      </p:nvGrpSpPr>
      <p:grpSpPr bwMode="auto">
        <a:xfrm>
          <a:off x="0" y="0"/>
          <a:ext cx="0" cy="0"/>
          <a:chOff x="0" y="0"/>
          <a:chExt cx="0" cy="0"/>
        </a:xfrm>
      </p:grpSpPr>
      <p:sp>
        <p:nvSpPr>
          <p:cNvPr id="1002243406" name="Title 1">
            <a:extLst>
              <a:ext uri="{FF2B5EF4-FFF2-40B4-BE49-F238E27FC236}">
                <a16:creationId xmlns:a16="http://schemas.microsoft.com/office/drawing/2014/main" id="{5AF4428E-A8FC-4BCB-6283-AFE4A7B2F3DC}"/>
              </a:ext>
            </a:extLst>
          </p:cNvPr>
          <p:cNvSpPr txBox="1"/>
          <p:nvPr/>
        </p:nvSpPr>
        <p:spPr bwMode="auto">
          <a:xfrm>
            <a:off x="311774" y="204163"/>
            <a:ext cx="11568452" cy="522000"/>
          </a:xfrm>
          <a:prstGeom prst="rect">
            <a:avLst/>
          </a:prstGeom>
        </p:spPr>
        <p:txBody>
          <a:bodyPr vert="horz" lIns="91440" tIns="45720" rIns="91440" bIns="45720" rtlCol="0" anchor="ctr">
            <a:noAutofit/>
          </a:bodyPr>
          <a:lstStyle>
            <a:lvl1pPr algn="l">
              <a:lnSpc>
                <a:spcPct val="90000"/>
              </a:lnSpc>
              <a:spcBef>
                <a:spcPts val="0"/>
              </a:spcBef>
              <a:spcAft>
                <a:spcPts val="0"/>
              </a:spcAft>
              <a:defRPr sz="2400" b="1" cap="none">
                <a:solidFill>
                  <a:srgbClr val="243571"/>
                </a:solidFill>
                <a:latin typeface="Arial"/>
                <a:ea typeface="+mj-ea"/>
                <a:cs typeface="Arial"/>
              </a:defRPr>
            </a:lvl1pPr>
            <a:lvl2pPr algn="ctr">
              <a:lnSpc>
                <a:spcPct val="90000"/>
              </a:lnSpc>
              <a:spcBef>
                <a:spcPts val="0"/>
              </a:spcBef>
              <a:spcAft>
                <a:spcPts val="0"/>
              </a:spcAft>
              <a:defRPr sz="4000" b="1">
                <a:solidFill>
                  <a:schemeClr val="tx1"/>
                </a:solidFill>
                <a:latin typeface="Calibri"/>
                <a:cs typeface="Calibri"/>
              </a:defRPr>
            </a:lvl2pPr>
            <a:lvl3pPr algn="ctr">
              <a:lnSpc>
                <a:spcPct val="90000"/>
              </a:lnSpc>
              <a:spcBef>
                <a:spcPts val="0"/>
              </a:spcBef>
              <a:spcAft>
                <a:spcPts val="0"/>
              </a:spcAft>
              <a:defRPr sz="4000" b="1">
                <a:solidFill>
                  <a:schemeClr val="tx1"/>
                </a:solidFill>
                <a:latin typeface="Calibri"/>
                <a:cs typeface="Calibri"/>
              </a:defRPr>
            </a:lvl3pPr>
            <a:lvl4pPr algn="ctr">
              <a:lnSpc>
                <a:spcPct val="90000"/>
              </a:lnSpc>
              <a:spcBef>
                <a:spcPts val="0"/>
              </a:spcBef>
              <a:spcAft>
                <a:spcPts val="0"/>
              </a:spcAft>
              <a:defRPr sz="4000" b="1">
                <a:solidFill>
                  <a:schemeClr val="tx1"/>
                </a:solidFill>
                <a:latin typeface="Calibri"/>
                <a:cs typeface="Calibri"/>
              </a:defRPr>
            </a:lvl4pPr>
            <a:lvl5pPr algn="ctr">
              <a:lnSpc>
                <a:spcPct val="90000"/>
              </a:lnSpc>
              <a:spcBef>
                <a:spcPts val="0"/>
              </a:spcBef>
              <a:spcAft>
                <a:spcPts val="0"/>
              </a:spcAft>
              <a:defRPr sz="4000" b="1">
                <a:solidFill>
                  <a:schemeClr val="tx1"/>
                </a:solidFill>
                <a:latin typeface="Calibri"/>
                <a:cs typeface="Calibri"/>
              </a:defRPr>
            </a:lvl5pPr>
            <a:lvl6pPr marL="457200" algn="ctr">
              <a:lnSpc>
                <a:spcPct val="90000"/>
              </a:lnSpc>
              <a:spcBef>
                <a:spcPts val="0"/>
              </a:spcBef>
              <a:spcAft>
                <a:spcPts val="0"/>
              </a:spcAft>
              <a:defRPr sz="4000" b="1">
                <a:solidFill>
                  <a:schemeClr val="tx1"/>
                </a:solidFill>
                <a:latin typeface="Calibri"/>
                <a:cs typeface="Calibri"/>
              </a:defRPr>
            </a:lvl6pPr>
            <a:lvl7pPr marL="914400" algn="ctr">
              <a:lnSpc>
                <a:spcPct val="90000"/>
              </a:lnSpc>
              <a:spcBef>
                <a:spcPts val="0"/>
              </a:spcBef>
              <a:spcAft>
                <a:spcPts val="0"/>
              </a:spcAft>
              <a:defRPr sz="4000" b="1">
                <a:solidFill>
                  <a:schemeClr val="tx1"/>
                </a:solidFill>
                <a:latin typeface="Calibri"/>
                <a:cs typeface="Calibri"/>
              </a:defRPr>
            </a:lvl7pPr>
            <a:lvl8pPr marL="1371600" algn="ctr">
              <a:lnSpc>
                <a:spcPct val="90000"/>
              </a:lnSpc>
              <a:spcBef>
                <a:spcPts val="0"/>
              </a:spcBef>
              <a:spcAft>
                <a:spcPts val="0"/>
              </a:spcAft>
              <a:defRPr sz="4000" b="1">
                <a:solidFill>
                  <a:schemeClr val="tx1"/>
                </a:solidFill>
                <a:latin typeface="Calibri"/>
                <a:cs typeface="Calibri"/>
              </a:defRPr>
            </a:lvl8pPr>
            <a:lvl9pPr marL="1828800" algn="ctr">
              <a:lnSpc>
                <a:spcPct val="90000"/>
              </a:lnSpc>
              <a:spcBef>
                <a:spcPts val="0"/>
              </a:spcBef>
              <a:spcAft>
                <a:spcPts val="0"/>
              </a:spcAft>
              <a:defRPr sz="4000" b="1">
                <a:solidFill>
                  <a:schemeClr val="tx1"/>
                </a:solidFill>
                <a:latin typeface="Calibri"/>
                <a:cs typeface="Calibri"/>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fr-FR" sz="2400" b="1" i="0" u="none" strike="noStrike" kern="0" cap="none" spc="0" normalizeH="0" baseline="0" noProof="0" dirty="0">
                <a:ln>
                  <a:noFill/>
                </a:ln>
                <a:solidFill>
                  <a:srgbClr val="000091"/>
                </a:solidFill>
                <a:effectLst/>
                <a:uLnTx/>
                <a:uFillTx/>
                <a:latin typeface="marianne"/>
                <a:cs typeface="Arial"/>
              </a:rPr>
              <a:t>Feuille de route -</a:t>
            </a:r>
            <a:r>
              <a:rPr kumimoji="0" lang="fr-FR" sz="2400" b="1" i="0" u="none" strike="noStrike" kern="0" cap="none" spc="0" normalizeH="0" baseline="0" noProof="0" dirty="0">
                <a:ln>
                  <a:noFill/>
                </a:ln>
                <a:solidFill>
                  <a:srgbClr val="000091"/>
                </a:solidFill>
                <a:effectLst/>
                <a:uLnTx/>
                <a:uFillTx/>
                <a:latin typeface="marianne"/>
                <a:ea typeface="Arial"/>
                <a:cs typeface="Arial"/>
              </a:rPr>
              <a:t> Cadre de Référence - SAE - 2026 </a:t>
            </a:r>
            <a:endParaRPr kumimoji="0" sz="2400" b="1" i="0" u="none" strike="noStrike" kern="0" cap="none" spc="0" normalizeH="0" baseline="0" noProof="0" dirty="0">
              <a:ln>
                <a:noFill/>
              </a:ln>
              <a:solidFill>
                <a:srgbClr val="243571"/>
              </a:solidFill>
              <a:effectLst/>
              <a:uLnTx/>
              <a:uFillTx/>
              <a:latin typeface="Arial"/>
              <a:cs typeface="Arial"/>
            </a:endParaRPr>
          </a:p>
        </p:txBody>
      </p:sp>
      <p:sp>
        <p:nvSpPr>
          <p:cNvPr id="898876329" name="(1)">
            <a:extLst>
              <a:ext uri="{FF2B5EF4-FFF2-40B4-BE49-F238E27FC236}">
                <a16:creationId xmlns:a16="http://schemas.microsoft.com/office/drawing/2014/main" id="{04BDAB63-67E5-8DB8-1968-C5170D1006F1}"/>
              </a:ext>
            </a:extLst>
          </p:cNvPr>
          <p:cNvSpPr txBox="1"/>
          <p:nvPr/>
        </p:nvSpPr>
        <p:spPr bwMode="auto">
          <a:xfrm>
            <a:off x="7860544" y="6553714"/>
            <a:ext cx="367185" cy="231769"/>
          </a:xfrm>
          <a:prstGeom prst="homePlate">
            <a:avLst>
              <a:gd name="adj" fmla="val 31674"/>
            </a:avLst>
          </a:prstGeom>
          <a:pattFill prst="ltUpDiag">
            <a:fgClr>
              <a:srgbClr val="D85D75"/>
            </a:fgClr>
            <a:bgClr>
              <a:schemeClr val="bg1"/>
            </a:bgClr>
          </a:pattFill>
          <a:ln w="6350">
            <a:noFill/>
            <a:prstDash val="dash"/>
            <a:miter lim="400000"/>
          </a:ln>
        </p:spPr>
        <p:txBody>
          <a:bodyPr wrap="square" lIns="25400" tIns="25400" rIns="25400" bIns="25400" anchor="ctr">
            <a:noAutofit/>
          </a:bodyPr>
          <a:lstStyle>
            <a:defPPr>
              <a:defRPr lang="fr-FR"/>
            </a:defPPr>
            <a:lvl1pPr marR="0" lvl="0" indent="0" algn="ctr">
              <a:lnSpc>
                <a:spcPct val="100000"/>
              </a:lnSpc>
              <a:spcBef>
                <a:spcPts val="0"/>
              </a:spcBef>
              <a:spcAft>
                <a:spcPts val="0"/>
              </a:spcAft>
              <a:buClrTx/>
              <a:buSzTx/>
              <a:buFontTx/>
              <a:buNone/>
              <a:defRPr sz="1200" b="0" i="0" u="none" strike="noStrike" cap="none" spc="0">
                <a:ln>
                  <a:noFill/>
                </a:ln>
                <a:latin typeface="Marianne"/>
                <a:ea typeface="Marianne"/>
                <a:cs typeface="Marian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002060"/>
                </a:solidFill>
                <a:effectLst/>
                <a:uLnTx/>
                <a:uFillTx/>
                <a:latin typeface="Marianne"/>
              </a:rPr>
              <a:t>       </a:t>
            </a:r>
            <a:endParaRPr kumimoji="0" sz="1200" b="0" i="0" u="none" strike="noStrike" kern="0" cap="none" spc="0" normalizeH="0" baseline="0" noProof="0">
              <a:ln>
                <a:noFill/>
              </a:ln>
              <a:solidFill>
                <a:prstClr val="black"/>
              </a:solidFill>
              <a:effectLst/>
              <a:uLnTx/>
              <a:uFillTx/>
              <a:latin typeface="Marianne"/>
            </a:endParaRPr>
          </a:p>
        </p:txBody>
      </p:sp>
      <p:sp>
        <p:nvSpPr>
          <p:cNvPr id="122627880" name="Rectangle 62">
            <a:extLst>
              <a:ext uri="{FF2B5EF4-FFF2-40B4-BE49-F238E27FC236}">
                <a16:creationId xmlns:a16="http://schemas.microsoft.com/office/drawing/2014/main" id="{3EC76EB7-4833-143B-028C-65436A4A6DE6}"/>
              </a:ext>
            </a:extLst>
          </p:cNvPr>
          <p:cNvSpPr/>
          <p:nvPr/>
        </p:nvSpPr>
        <p:spPr bwMode="auto">
          <a:xfrm>
            <a:off x="-6838" y="6457846"/>
            <a:ext cx="12195664" cy="406362"/>
          </a:xfrm>
          <a:prstGeom prst="rect">
            <a:avLst/>
          </a:prstGeom>
          <a:solidFill>
            <a:schemeClr val="bg1">
              <a:lumMod val="8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21215A"/>
              </a:solidFill>
              <a:effectLst/>
              <a:uLnTx/>
              <a:uFillTx/>
              <a:latin typeface="Marianne"/>
              <a:ea typeface="Arial"/>
              <a:cs typeface="Arial"/>
            </a:endParaRPr>
          </a:p>
        </p:txBody>
      </p:sp>
      <p:sp>
        <p:nvSpPr>
          <p:cNvPr id="2121078271" name="ZoneTexte 63">
            <a:extLst>
              <a:ext uri="{FF2B5EF4-FFF2-40B4-BE49-F238E27FC236}">
                <a16:creationId xmlns:a16="http://schemas.microsoft.com/office/drawing/2014/main" id="{3DB61EEF-1667-99D0-2022-246C725B3DE2}"/>
              </a:ext>
            </a:extLst>
          </p:cNvPr>
          <p:cNvSpPr txBox="1"/>
          <p:nvPr/>
        </p:nvSpPr>
        <p:spPr bwMode="auto">
          <a:xfrm>
            <a:off x="115047" y="6541726"/>
            <a:ext cx="786653" cy="24622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sng" strike="noStrike" kern="0" cap="none" spc="0" normalizeH="0" baseline="0" noProof="0">
                <a:ln>
                  <a:noFill/>
                </a:ln>
                <a:solidFill>
                  <a:srgbClr val="000000"/>
                </a:solidFill>
                <a:effectLst/>
                <a:uLnTx/>
                <a:uFillTx/>
                <a:latin typeface="Marianne"/>
                <a:ea typeface="Arial"/>
                <a:cs typeface="Arial"/>
              </a:rPr>
              <a:t>Légende</a:t>
            </a:r>
            <a:r>
              <a:rPr kumimoji="0" lang="fr-FR" sz="1000" b="0" i="0" u="none" strike="noStrike" kern="0" cap="none" spc="0" normalizeH="0" baseline="0" noProof="0">
                <a:ln>
                  <a:noFill/>
                </a:ln>
                <a:solidFill>
                  <a:srgbClr val="000000"/>
                </a:solidFill>
                <a:effectLst/>
                <a:uLnTx/>
                <a:uFillTx/>
                <a:latin typeface="Marianne"/>
                <a:ea typeface="Arial"/>
                <a:cs typeface="Arial"/>
              </a:rPr>
              <a:t> :</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766680758" name="ICO &amp; Distribution">
            <a:extLst>
              <a:ext uri="{FF2B5EF4-FFF2-40B4-BE49-F238E27FC236}">
                <a16:creationId xmlns:a16="http://schemas.microsoft.com/office/drawing/2014/main" id="{405CA995-DAA9-1DA2-773F-E9FDC6205B07}"/>
              </a:ext>
            </a:extLst>
          </p:cNvPr>
          <p:cNvSpPr txBox="1"/>
          <p:nvPr/>
        </p:nvSpPr>
        <p:spPr bwMode="auto">
          <a:xfrm rot="16199998">
            <a:off x="-1683827" y="2962317"/>
            <a:ext cx="5172516" cy="1818537"/>
          </a:xfrm>
          <a:prstGeom prst="round2SameRect">
            <a:avLst>
              <a:gd name="adj1" fmla="val 16667"/>
              <a:gd name="adj2" fmla="val 0"/>
            </a:avLst>
          </a:prstGeom>
          <a:solidFill>
            <a:srgbClr val="002060"/>
          </a:solidFill>
          <a:ln w="38100">
            <a:noFill/>
            <a:miter lim="400000"/>
          </a:ln>
        </p:spPr>
        <p:txBody>
          <a:bodyPr vert="horz" wrap="square" lIns="25399" tIns="25399" rIns="25399" bIns="25399"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prstClr val="white"/>
                </a:solidFill>
                <a:effectLst/>
                <a:uLnTx/>
                <a:uFillTx/>
                <a:latin typeface="Marianne"/>
                <a:ea typeface="Arial"/>
                <a:cs typeface="Arial"/>
              </a:rPr>
              <a:t>SAE </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203049151" name="Rectangle 14">
            <a:extLst>
              <a:ext uri="{FF2B5EF4-FFF2-40B4-BE49-F238E27FC236}">
                <a16:creationId xmlns:a16="http://schemas.microsoft.com/office/drawing/2014/main" id="{A8782795-6CDD-F1FF-C6F1-0F76E22C2C80}"/>
              </a:ext>
            </a:extLst>
          </p:cNvPr>
          <p:cNvSpPr/>
          <p:nvPr/>
        </p:nvSpPr>
        <p:spPr bwMode="auto">
          <a:xfrm>
            <a:off x="10049985" y="0"/>
            <a:ext cx="1454591" cy="2273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1" u="none" strike="noStrike" kern="0" cap="none" spc="0" normalizeH="0" baseline="0" noProof="0">
                <a:ln>
                  <a:noFill/>
                </a:ln>
                <a:solidFill>
                  <a:srgbClr val="000000"/>
                </a:solidFill>
                <a:effectLst/>
                <a:uLnTx/>
                <a:uFillTx/>
                <a:latin typeface="Aptos"/>
                <a:ea typeface="Arial"/>
                <a:cs typeface="Arial"/>
              </a:rPr>
              <a:t>En date du </a:t>
            </a:r>
            <a:endParaRPr kumimoji="0" sz="1800" b="0" i="0" u="none" strike="noStrike" kern="0" cap="none" spc="0" normalizeH="0" baseline="0" noProof="0">
              <a:ln>
                <a:noFill/>
              </a:ln>
              <a:solidFill>
                <a:prstClr val="white"/>
              </a:solidFill>
              <a:effectLst/>
              <a:uLnTx/>
              <a:uFillTx/>
              <a:latin typeface="Aptos"/>
              <a:cs typeface="Arial"/>
            </a:endParaRPr>
          </a:p>
        </p:txBody>
      </p:sp>
      <p:sp>
        <p:nvSpPr>
          <p:cNvPr id="2542997" name="Rectangle 39">
            <a:extLst>
              <a:ext uri="{FF2B5EF4-FFF2-40B4-BE49-F238E27FC236}">
                <a16:creationId xmlns:a16="http://schemas.microsoft.com/office/drawing/2014/main" id="{D3AE7B72-688E-6166-2878-A3F0E60018F1}"/>
              </a:ext>
            </a:extLst>
          </p:cNvPr>
          <p:cNvSpPr/>
          <p:nvPr/>
        </p:nvSpPr>
        <p:spPr bwMode="auto">
          <a:xfrm>
            <a:off x="2108478" y="6613060"/>
            <a:ext cx="1336243" cy="144000"/>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En cours</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893740560" name="Rectangle 41">
            <a:extLst>
              <a:ext uri="{FF2B5EF4-FFF2-40B4-BE49-F238E27FC236}">
                <a16:creationId xmlns:a16="http://schemas.microsoft.com/office/drawing/2014/main" id="{9CD9DB82-BB44-99D3-0C11-BADF2292C02C}"/>
              </a:ext>
            </a:extLst>
          </p:cNvPr>
          <p:cNvSpPr/>
          <p:nvPr/>
        </p:nvSpPr>
        <p:spPr bwMode="auto">
          <a:xfrm>
            <a:off x="3628230" y="6610230"/>
            <a:ext cx="1336243" cy="144000"/>
          </a:xfrm>
          <a:prstGeom prst="rect">
            <a:avLst/>
          </a:prstGeom>
          <a:solidFill>
            <a:srgbClr val="FFCCFF"/>
          </a:solidFill>
          <a:ln w="12700">
            <a:noFill/>
            <a:miter lim="400000"/>
          </a:ln>
        </p:spPr>
        <p:txBody>
          <a:bodyPr wrap="square" lIns="25399" tIns="25399" rIns="25399" bIns="25399"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Pas commencé</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543919600" name="Rectangle 43">
            <a:extLst>
              <a:ext uri="{FF2B5EF4-FFF2-40B4-BE49-F238E27FC236}">
                <a16:creationId xmlns:a16="http://schemas.microsoft.com/office/drawing/2014/main" id="{DE85C86C-9C76-4415-F2FA-64A98472BF0D}"/>
              </a:ext>
            </a:extLst>
          </p:cNvPr>
          <p:cNvSpPr/>
          <p:nvPr/>
        </p:nvSpPr>
        <p:spPr bwMode="auto">
          <a:xfrm>
            <a:off x="956421" y="6614091"/>
            <a:ext cx="988607" cy="144000"/>
          </a:xfrm>
          <a:prstGeom prst="rect">
            <a:avLst/>
          </a:prstGeom>
          <a:solidFill>
            <a:schemeClr val="accent6">
              <a:lumMod val="20000"/>
              <a:lumOff val="80000"/>
            </a:schemeClr>
          </a:solidFill>
          <a:ln w="12700">
            <a:noFill/>
            <a:miter lim="400000"/>
          </a:ln>
        </p:spPr>
        <p:txBody>
          <a:bodyPr wrap="square" lIns="25399" tIns="25399" rIns="25399" bIns="25399"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1" u="none" strike="noStrike" kern="0" cap="none" spc="0" normalizeH="0" baseline="0" noProof="0">
                <a:ln>
                  <a:noFill/>
                </a:ln>
                <a:solidFill>
                  <a:prstClr val="black"/>
                </a:solidFill>
                <a:effectLst/>
                <a:uLnTx/>
                <a:uFillTx/>
                <a:latin typeface="Marianne"/>
                <a:ea typeface="Arial"/>
                <a:cs typeface="Arial"/>
              </a:rPr>
              <a:t>Fait</a:t>
            </a:r>
            <a:endParaRPr kumimoji="0" sz="1800" b="0" i="0" u="none" strike="noStrike" kern="0" cap="none" spc="0" normalizeH="0" baseline="0" noProof="0">
              <a:ln>
                <a:noFill/>
              </a:ln>
              <a:solidFill>
                <a:prstClr val="black"/>
              </a:solidFill>
              <a:effectLst/>
              <a:uLnTx/>
              <a:uFillTx/>
              <a:latin typeface="Aptos"/>
              <a:cs typeface="Arial"/>
            </a:endParaRPr>
          </a:p>
        </p:txBody>
      </p:sp>
      <p:sp>
        <p:nvSpPr>
          <p:cNvPr id="127458918" name="Rectangle 13">
            <a:extLst>
              <a:ext uri="{FF2B5EF4-FFF2-40B4-BE49-F238E27FC236}">
                <a16:creationId xmlns:a16="http://schemas.microsoft.com/office/drawing/2014/main" id="{79FFE85C-A8AE-C44A-FDAE-ACA6D731E4ED}"/>
              </a:ext>
            </a:extLst>
          </p:cNvPr>
          <p:cNvSpPr/>
          <p:nvPr/>
        </p:nvSpPr>
        <p:spPr bwMode="auto">
          <a:xfrm>
            <a:off x="678224" y="1285327"/>
            <a:ext cx="1133474" cy="5177344"/>
          </a:xfrm>
          <a:prstGeom prst="rect">
            <a:avLst/>
          </a:prstGeom>
          <a:solidFill>
            <a:schemeClr val="bg1">
              <a:lumMod val="85000"/>
            </a:schemeClr>
          </a:solidFill>
          <a:ln w="12700">
            <a:noFill/>
            <a:miter lim="400000"/>
          </a:ln>
        </p:spPr>
        <p:txBody>
          <a:bodyPr vert="vert270" wrap="square" lIns="25399" tIns="25399" rIns="25399" bIns="25399"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ptos"/>
              <a:cs typeface="Arial"/>
            </a:endParaRPr>
          </a:p>
        </p:txBody>
      </p:sp>
      <p:grpSp>
        <p:nvGrpSpPr>
          <p:cNvPr id="376005993" name="Groupe 4">
            <a:extLst>
              <a:ext uri="{FF2B5EF4-FFF2-40B4-BE49-F238E27FC236}">
                <a16:creationId xmlns:a16="http://schemas.microsoft.com/office/drawing/2014/main" id="{508E0918-F026-0D10-439B-857B92D9D419}"/>
              </a:ext>
            </a:extLst>
          </p:cNvPr>
          <p:cNvGrpSpPr/>
          <p:nvPr/>
        </p:nvGrpSpPr>
        <p:grpSpPr bwMode="auto">
          <a:xfrm>
            <a:off x="7840007" y="6549290"/>
            <a:ext cx="2306682" cy="231768"/>
            <a:chOff x="0" y="0"/>
            <a:chExt cx="2306682" cy="231768"/>
          </a:xfrm>
        </p:grpSpPr>
        <p:sp>
          <p:nvSpPr>
            <p:cNvPr id="9" name="Figure">
              <a:extLst>
                <a:ext uri="{FF2B5EF4-FFF2-40B4-BE49-F238E27FC236}">
                  <a16:creationId xmlns:a16="http://schemas.microsoft.com/office/drawing/2014/main" id="{E58446E8-1BB9-F57B-CC13-94985B52BE15}"/>
                </a:ext>
              </a:extLst>
            </p:cNvPr>
            <p:cNvSpPr/>
            <p:nvPr/>
          </p:nvSpPr>
          <p:spPr bwMode="auto">
            <a:xfrm>
              <a:off x="0" y="45991"/>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5">
                <a:lumMod val="60000"/>
                <a:lumOff val="40000"/>
              </a:schemeClr>
            </a:solidFill>
            <a:ln w="12700">
              <a:solidFill>
                <a:schemeClr val="accent5">
                  <a:lumMod val="75000"/>
                </a:schemeClr>
              </a:solidFill>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srgbClr val="FFFFFF"/>
                </a:solidFill>
                <a:effectLst/>
                <a:uLnTx/>
                <a:uFillTx/>
                <a:latin typeface="Marianne"/>
                <a:ea typeface="Helvetica Neue Medium"/>
                <a:cs typeface="Helvetica Neue Medium"/>
              </a:endParaRPr>
            </a:p>
          </p:txBody>
        </p:sp>
        <p:sp>
          <p:nvSpPr>
            <p:cNvPr id="11" name="ZoneTexte 10">
              <a:extLst>
                <a:ext uri="{FF2B5EF4-FFF2-40B4-BE49-F238E27FC236}">
                  <a16:creationId xmlns:a16="http://schemas.microsoft.com/office/drawing/2014/main" id="{18B511AE-C01F-C38E-FB8D-9C9E896E780D}"/>
                </a:ext>
              </a:extLst>
            </p:cNvPr>
            <p:cNvSpPr txBox="1"/>
            <p:nvPr/>
          </p:nvSpPr>
          <p:spPr bwMode="auto">
            <a:xfrm>
              <a:off x="128703" y="0"/>
              <a:ext cx="2177977" cy="231768"/>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a:ln>
                    <a:noFill/>
                  </a:ln>
                  <a:solidFill>
                    <a:srgbClr val="000000"/>
                  </a:solidFill>
                  <a:effectLst/>
                  <a:uLnTx/>
                  <a:uFillTx/>
                  <a:latin typeface="Marianne"/>
                  <a:ea typeface="Arial"/>
                  <a:cs typeface="Arial"/>
                </a:rPr>
                <a:t>Prérequis implémentation LeanIX</a:t>
              </a:r>
              <a:endParaRPr kumimoji="0" sz="1800" b="0" i="0" u="none" strike="noStrike" kern="0" cap="none" spc="0" normalizeH="0" baseline="0" noProof="0">
                <a:ln>
                  <a:noFill/>
                </a:ln>
                <a:solidFill>
                  <a:prstClr val="black"/>
                </a:solidFill>
                <a:effectLst/>
                <a:uLnTx/>
                <a:uFillTx/>
                <a:latin typeface="Aptos"/>
                <a:cs typeface="Arial"/>
              </a:endParaRPr>
            </a:p>
          </p:txBody>
        </p:sp>
      </p:grpSp>
      <p:grpSp>
        <p:nvGrpSpPr>
          <p:cNvPr id="1691614003" name="Groupe 42">
            <a:extLst>
              <a:ext uri="{FF2B5EF4-FFF2-40B4-BE49-F238E27FC236}">
                <a16:creationId xmlns:a16="http://schemas.microsoft.com/office/drawing/2014/main" id="{BDEA6E58-1965-0A00-E3DD-F95CAC34360B}"/>
              </a:ext>
            </a:extLst>
          </p:cNvPr>
          <p:cNvGrpSpPr/>
          <p:nvPr/>
        </p:nvGrpSpPr>
        <p:grpSpPr bwMode="auto">
          <a:xfrm>
            <a:off x="5108454" y="6564296"/>
            <a:ext cx="2769610" cy="204376"/>
            <a:chOff x="0" y="0"/>
            <a:chExt cx="2769610" cy="204376"/>
          </a:xfrm>
        </p:grpSpPr>
        <p:sp>
          <p:nvSpPr>
            <p:cNvPr id="104" name="Figure">
              <a:extLst>
                <a:ext uri="{FF2B5EF4-FFF2-40B4-BE49-F238E27FC236}">
                  <a16:creationId xmlns:a16="http://schemas.microsoft.com/office/drawing/2014/main" id="{6030B0A2-BFF6-7DAD-52E2-1857C391AB8C}"/>
                </a:ext>
              </a:extLst>
            </p:cNvPr>
            <p:cNvSpPr/>
            <p:nvPr/>
          </p:nvSpPr>
          <p:spPr bwMode="auto">
            <a:xfrm>
              <a:off x="0" y="44800"/>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sp>
          <p:nvSpPr>
            <p:cNvPr id="32" name="ZoneTexte 31">
              <a:extLst>
                <a:ext uri="{FF2B5EF4-FFF2-40B4-BE49-F238E27FC236}">
                  <a16:creationId xmlns:a16="http://schemas.microsoft.com/office/drawing/2014/main" id="{379D515C-B98E-7E25-FF3B-9CCFBEB69F7A}"/>
                </a:ext>
              </a:extLst>
            </p:cNvPr>
            <p:cNvSpPr txBox="1"/>
            <p:nvPr/>
          </p:nvSpPr>
          <p:spPr bwMode="auto">
            <a:xfrm>
              <a:off x="172356" y="0"/>
              <a:ext cx="2597252" cy="204376"/>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a:ln>
                    <a:noFill/>
                  </a:ln>
                  <a:solidFill>
                    <a:srgbClr val="000000"/>
                  </a:solidFill>
                  <a:effectLst/>
                  <a:uLnTx/>
                  <a:uFillTx/>
                  <a:latin typeface="Marianne"/>
                  <a:ea typeface="Arial"/>
                  <a:cs typeface="Arial"/>
                </a:rPr>
                <a:t>Nécessite éléments entrants Métiers et SI</a:t>
              </a:r>
              <a:endParaRPr kumimoji="0" sz="1800" b="0" i="0" u="none" strike="noStrike" kern="0" cap="none" spc="0" normalizeH="0" baseline="0" noProof="0">
                <a:ln>
                  <a:noFill/>
                </a:ln>
                <a:solidFill>
                  <a:prstClr val="black"/>
                </a:solidFill>
                <a:effectLst/>
                <a:uLnTx/>
                <a:uFillTx/>
                <a:latin typeface="Aptos"/>
                <a:cs typeface="Arial"/>
              </a:endParaRPr>
            </a:p>
          </p:txBody>
        </p:sp>
      </p:grpSp>
      <p:sp>
        <p:nvSpPr>
          <p:cNvPr id="1370667086" name="(1)">
            <a:extLst>
              <a:ext uri="{FF2B5EF4-FFF2-40B4-BE49-F238E27FC236}">
                <a16:creationId xmlns:a16="http://schemas.microsoft.com/office/drawing/2014/main" id="{723CBDAB-4B5E-A6DD-4756-458B2DCE2805}"/>
              </a:ext>
            </a:extLst>
          </p:cNvPr>
          <p:cNvSpPr txBox="1"/>
          <p:nvPr/>
        </p:nvSpPr>
        <p:spPr bwMode="auto">
          <a:xfrm>
            <a:off x="1802173" y="4147644"/>
            <a:ext cx="10275448" cy="961329"/>
          </a:xfrm>
          <a:prstGeom prst="homePlate">
            <a:avLst>
              <a:gd name="adj" fmla="val 50000"/>
            </a:avLst>
          </a:prstGeom>
          <a:solidFill>
            <a:schemeClr val="bg2">
              <a:lumMod val="50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a:ln>
                <a:noFill/>
              </a:ln>
              <a:solidFill>
                <a:srgbClr val="002060"/>
              </a:solidFill>
              <a:effectLst/>
              <a:uLnTx/>
              <a:uFillTx/>
              <a:latin typeface="Marianne"/>
            </a:endParaRPr>
          </a:p>
        </p:txBody>
      </p:sp>
      <p:sp>
        <p:nvSpPr>
          <p:cNvPr id="1475075346" name="(1)">
            <a:extLst>
              <a:ext uri="{FF2B5EF4-FFF2-40B4-BE49-F238E27FC236}">
                <a16:creationId xmlns:a16="http://schemas.microsoft.com/office/drawing/2014/main" id="{E4189154-8784-7F48-A272-9E7EC3BE4F0E}"/>
              </a:ext>
            </a:extLst>
          </p:cNvPr>
          <p:cNvSpPr txBox="1"/>
          <p:nvPr/>
        </p:nvSpPr>
        <p:spPr bwMode="auto">
          <a:xfrm>
            <a:off x="1803762" y="2826158"/>
            <a:ext cx="10275448" cy="961329"/>
          </a:xfrm>
          <a:prstGeom prst="homePlate">
            <a:avLst>
              <a:gd name="adj" fmla="val 50000"/>
            </a:avLst>
          </a:prstGeom>
          <a:solidFill>
            <a:schemeClr val="bg2">
              <a:lumMod val="50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a:ln>
                <a:noFill/>
              </a:ln>
              <a:solidFill>
                <a:srgbClr val="002060"/>
              </a:solidFill>
              <a:effectLst/>
              <a:uLnTx/>
              <a:uFillTx/>
              <a:latin typeface="Marianne"/>
            </a:endParaRPr>
          </a:p>
        </p:txBody>
      </p:sp>
      <p:sp>
        <p:nvSpPr>
          <p:cNvPr id="238267928" name="(1)">
            <a:extLst>
              <a:ext uri="{FF2B5EF4-FFF2-40B4-BE49-F238E27FC236}">
                <a16:creationId xmlns:a16="http://schemas.microsoft.com/office/drawing/2014/main" id="{66B05C98-621C-5A07-F45C-F8FB0F26D6B7}"/>
              </a:ext>
            </a:extLst>
          </p:cNvPr>
          <p:cNvSpPr txBox="1"/>
          <p:nvPr/>
        </p:nvSpPr>
        <p:spPr bwMode="auto">
          <a:xfrm>
            <a:off x="1802174" y="1581296"/>
            <a:ext cx="10277035" cy="917921"/>
          </a:xfrm>
          <a:prstGeom prst="homePlate">
            <a:avLst>
              <a:gd name="adj" fmla="val 50000"/>
            </a:avLst>
          </a:prstGeom>
          <a:solidFill>
            <a:schemeClr val="bg2">
              <a:lumMod val="50000"/>
            </a:schemeClr>
          </a:solidFill>
          <a:ln w="6350">
            <a:noFill/>
            <a:prstDash val="dash"/>
            <a:miter lim="400000"/>
          </a:ln>
        </p:spPr>
        <p:txBody>
          <a:bodyPr wrap="square" lIns="36000" tIns="25399" rIns="36000" bIns="25399" anchor="ctr">
            <a:noAutofit/>
          </a:bodyPr>
          <a:lstStyle>
            <a:defPPr>
              <a:defRPr lang="en-US"/>
            </a:defPPr>
            <a:lvl1pPr marR="0" lvl="0" indent="0" algn="ctr">
              <a:lnSpc>
                <a:spcPct val="100000"/>
              </a:lnSpc>
              <a:spcBef>
                <a:spcPts val="0"/>
              </a:spcBef>
              <a:spcAft>
                <a:spcPts val="0"/>
              </a:spcAft>
              <a:buClrTx/>
              <a:buSzTx/>
              <a:buFontTx/>
              <a:buNone/>
              <a:defRPr sz="1200" b="1" i="0" u="none" strike="noStrike" cap="none" spc="0">
                <a:ln>
                  <a:noFill/>
                </a:ln>
                <a:solidFill>
                  <a:srgbClr val="002060"/>
                </a:solidFill>
                <a:latin typeface="Marianne"/>
                <a:ea typeface="Marianne"/>
                <a:cs typeface="Marianne"/>
              </a:defRPr>
            </a:lvl1pPr>
          </a:lstStyle>
          <a:p>
            <a:pPr marL="0" marR="0" lvl="0" indent="0" algn="l" defTabSz="914376"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a:ln>
                <a:noFill/>
              </a:ln>
              <a:solidFill>
                <a:srgbClr val="002060"/>
              </a:solidFill>
              <a:effectLst/>
              <a:uLnTx/>
              <a:uFillTx/>
              <a:latin typeface="Marianne"/>
            </a:endParaRPr>
          </a:p>
        </p:txBody>
      </p:sp>
      <p:sp>
        <p:nvSpPr>
          <p:cNvPr id="448133590" name="ZoneTexte 448133589">
            <a:extLst>
              <a:ext uri="{FF2B5EF4-FFF2-40B4-BE49-F238E27FC236}">
                <a16:creationId xmlns:a16="http://schemas.microsoft.com/office/drawing/2014/main" id="{32FB9559-967D-7D35-C0B2-D4E1AE846D1D}"/>
              </a:ext>
            </a:extLst>
          </p:cNvPr>
          <p:cNvSpPr txBox="1"/>
          <p:nvPr/>
        </p:nvSpPr>
        <p:spPr bwMode="auto">
          <a:xfrm>
            <a:off x="668699" y="1695867"/>
            <a:ext cx="1133474" cy="700439"/>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solidFill>
                  <a:schemeClr val="bg1"/>
                </a:solidFill>
                <a:effectLst/>
                <a:uLnTx/>
                <a:uFillTx/>
                <a:latin typeface="Marianne"/>
                <a:ea typeface="Marianne"/>
                <a:cs typeface="Marianne"/>
              </a:defRPr>
            </a:lvl1pPr>
          </a:lstStyle>
          <a:p>
            <a:r>
              <a:rPr lang="fr-FR" dirty="0"/>
              <a:t>Définition et maintien des Principes et règles d’Architecture</a:t>
            </a:r>
            <a:endParaRPr dirty="0"/>
          </a:p>
        </p:txBody>
      </p:sp>
      <p:sp>
        <p:nvSpPr>
          <p:cNvPr id="1530853016" name="ZoneTexte 1530853015">
            <a:extLst>
              <a:ext uri="{FF2B5EF4-FFF2-40B4-BE49-F238E27FC236}">
                <a16:creationId xmlns:a16="http://schemas.microsoft.com/office/drawing/2014/main" id="{1968F63E-4868-C3F6-DD3F-ABD2A5673568}"/>
              </a:ext>
            </a:extLst>
          </p:cNvPr>
          <p:cNvSpPr txBox="1"/>
          <p:nvPr/>
        </p:nvSpPr>
        <p:spPr bwMode="auto">
          <a:xfrm>
            <a:off x="678224" y="3029423"/>
            <a:ext cx="1133474" cy="545589"/>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solidFill>
                  <a:schemeClr val="bg1"/>
                </a:solidFill>
                <a:effectLst/>
                <a:uLnTx/>
                <a:uFillTx/>
                <a:latin typeface="Marianne"/>
                <a:ea typeface="Marianne"/>
                <a:cs typeface="Marianne"/>
              </a:defRPr>
            </a:lvl1pPr>
          </a:lstStyle>
          <a:p>
            <a:r>
              <a:rPr lang="fr-FR" dirty="0"/>
              <a:t>Suivi Evolution SI, gestion des</a:t>
            </a:r>
            <a:endParaRPr dirty="0"/>
          </a:p>
          <a:p>
            <a:r>
              <a:rPr lang="fr-FR" dirty="0"/>
              <a:t>déviations</a:t>
            </a:r>
            <a:endParaRPr dirty="0"/>
          </a:p>
        </p:txBody>
      </p:sp>
      <p:sp>
        <p:nvSpPr>
          <p:cNvPr id="1345383665" name="ZoneTexte 1345383664">
            <a:extLst>
              <a:ext uri="{FF2B5EF4-FFF2-40B4-BE49-F238E27FC236}">
                <a16:creationId xmlns:a16="http://schemas.microsoft.com/office/drawing/2014/main" id="{9D887CD8-4276-3285-D7A0-ACBEBBC9DC2D}"/>
              </a:ext>
            </a:extLst>
          </p:cNvPr>
          <p:cNvSpPr txBox="1"/>
          <p:nvPr/>
        </p:nvSpPr>
        <p:spPr bwMode="auto">
          <a:xfrm>
            <a:off x="678222" y="4448195"/>
            <a:ext cx="1133475" cy="396599"/>
          </a:xfrm>
          <a:prstGeom prst="rect">
            <a:avLst/>
          </a:prstGeom>
          <a:solidFill>
            <a:schemeClr val="bg2">
              <a:lumMod val="50000"/>
            </a:schemeClr>
          </a:solidFill>
          <a:ln>
            <a:noFill/>
          </a:ln>
        </p:spPr>
        <p:txBody>
          <a:bodyPr vertOverflow="overflow" horzOverflow="overflow" vert="horz" wrap="square" lIns="36000" tIns="36000" rIns="36000" bIns="36000" numCol="1" spcCol="0" rtlCol="0" fromWordArt="0" anchor="ctr" anchorCtr="0" forceAA="0" compatLnSpc="0">
            <a:noAutofit/>
          </a:bodyPr>
          <a:lstStyle>
            <a:defPPr>
              <a:defRPr lang="fr-FR"/>
            </a:defPPr>
            <a:lvl1pPr marR="0" lvl="0" indent="0" fontAlgn="auto">
              <a:lnSpc>
                <a:spcPct val="100000"/>
              </a:lnSpc>
              <a:spcBef>
                <a:spcPts val="0"/>
              </a:spcBef>
              <a:spcAft>
                <a:spcPts val="0"/>
              </a:spcAft>
              <a:buClrTx/>
              <a:buSzTx/>
              <a:buFontTx/>
              <a:buNone/>
              <a:tabLst/>
              <a:defRPr kumimoji="0" sz="1000" b="1" i="0" u="none" strike="noStrike" kern="0" cap="none" spc="0" normalizeH="0" baseline="0">
                <a:ln>
                  <a:noFill/>
                </a:ln>
                <a:solidFill>
                  <a:schemeClr val="bg1"/>
                </a:solidFill>
                <a:effectLst/>
                <a:uLnTx/>
                <a:uFillTx/>
                <a:latin typeface="Marianne"/>
                <a:ea typeface="Marianne"/>
                <a:cs typeface="Marianne"/>
              </a:defRPr>
            </a:lvl1pPr>
          </a:lstStyle>
          <a:p>
            <a:r>
              <a:rPr lang="fr-FR" dirty="0"/>
              <a:t>Gouvernance des</a:t>
            </a:r>
            <a:endParaRPr dirty="0"/>
          </a:p>
          <a:p>
            <a:r>
              <a:rPr lang="fr-FR" dirty="0"/>
              <a:t>Référentiels</a:t>
            </a:r>
            <a:endParaRPr dirty="0"/>
          </a:p>
        </p:txBody>
      </p:sp>
      <p:grpSp>
        <p:nvGrpSpPr>
          <p:cNvPr id="4" name="Groupe 3">
            <a:extLst>
              <a:ext uri="{FF2B5EF4-FFF2-40B4-BE49-F238E27FC236}">
                <a16:creationId xmlns:a16="http://schemas.microsoft.com/office/drawing/2014/main" id="{17AC8EE1-18B8-717F-9A19-E4A5CE1FE792}"/>
              </a:ext>
            </a:extLst>
          </p:cNvPr>
          <p:cNvGrpSpPr/>
          <p:nvPr/>
        </p:nvGrpSpPr>
        <p:grpSpPr>
          <a:xfrm>
            <a:off x="1802173" y="4247366"/>
            <a:ext cx="3525002" cy="222021"/>
            <a:chOff x="1996232" y="4376105"/>
            <a:chExt cx="3525002" cy="222021"/>
          </a:xfrm>
        </p:grpSpPr>
        <p:sp>
          <p:nvSpPr>
            <p:cNvPr id="2" name="Rectangle 41">
              <a:extLst>
                <a:ext uri="{FF2B5EF4-FFF2-40B4-BE49-F238E27FC236}">
                  <a16:creationId xmlns:a16="http://schemas.microsoft.com/office/drawing/2014/main" id="{135B944C-3CD1-B988-B83A-F32C67D5ACEF}"/>
                </a:ext>
              </a:extLst>
            </p:cNvPr>
            <p:cNvSpPr/>
            <p:nvPr/>
          </p:nvSpPr>
          <p:spPr bwMode="auto">
            <a:xfrm>
              <a:off x="1996232" y="4376105"/>
              <a:ext cx="3525002" cy="222021"/>
            </a:xfrm>
            <a:prstGeom prst="rect">
              <a:avLst/>
            </a:prstGeom>
            <a:solidFill>
              <a:srgbClr val="FFCCFF"/>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fr-FR" sz="1000" i="1" kern="0" dirty="0">
                  <a:solidFill>
                    <a:prstClr val="black"/>
                  </a:solidFill>
                  <a:latin typeface="Marianne" panose="02000000000000000000"/>
                  <a:cs typeface="Arial"/>
                </a:rPr>
                <a:t>Proposer une gouvernance pour le maintien des référentiels</a:t>
              </a:r>
              <a:endParaRPr kumimoji="0" sz="1000" b="0" i="1" u="none" strike="noStrike" kern="0" cap="none" spc="0" normalizeH="0" baseline="0" noProof="0" dirty="0">
                <a:ln>
                  <a:noFill/>
                </a:ln>
                <a:solidFill>
                  <a:prstClr val="black"/>
                </a:solidFill>
                <a:effectLst/>
                <a:uLnTx/>
                <a:uFillTx/>
                <a:latin typeface="Marianne" panose="02000000000000000000"/>
                <a:cs typeface="Arial"/>
              </a:endParaRPr>
            </a:p>
          </p:txBody>
        </p:sp>
        <p:sp>
          <p:nvSpPr>
            <p:cNvPr id="3" name="Figure">
              <a:extLst>
                <a:ext uri="{FF2B5EF4-FFF2-40B4-BE49-F238E27FC236}">
                  <a16:creationId xmlns:a16="http://schemas.microsoft.com/office/drawing/2014/main" id="{EFC4523D-0E9A-2BE1-4AB8-FDB58F2B42AA}"/>
                </a:ext>
              </a:extLst>
            </p:cNvPr>
            <p:cNvSpPr/>
            <p:nvPr/>
          </p:nvSpPr>
          <p:spPr bwMode="auto">
            <a:xfrm>
              <a:off x="5230703" y="4424003"/>
              <a:ext cx="128416" cy="128416"/>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accent2"/>
            </a:solidFill>
            <a:ln w="12700">
              <a:solidFill>
                <a:schemeClr val="accent2">
                  <a:lumMod val="50000"/>
                </a:schemeClr>
              </a:solidFill>
              <a:prstDash val="solid"/>
              <a:miter lim="400000"/>
            </a:ln>
          </p:spPr>
          <p:txBody>
            <a:bodyPr lIns="25400" tIns="25400" rIns="25400" bIns="25400" anchor="ctr"/>
            <a:lstStyle/>
            <a:p>
              <a:pPr marL="0" marR="0" lvl="0" indent="0" algn="ctr" defTabSz="412750" rtl="0" eaLnBrk="1" fontAlgn="auto" latinLnBrk="0" hangingPunct="1">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defRPr>
              </a:pPr>
              <a:endParaRPr kumimoji="0" lang="fr-FR" sz="1600" b="0" i="0" u="none" strike="noStrike" kern="0" cap="none" spc="0" normalizeH="0" baseline="0" noProof="0">
                <a:ln>
                  <a:noFill/>
                </a:ln>
                <a:solidFill>
                  <a:srgbClr val="FFFFFF"/>
                </a:solidFill>
                <a:effectLst/>
                <a:uLnTx/>
                <a:uFillTx/>
                <a:latin typeface="Marianne"/>
              </a:endParaRPr>
            </a:p>
          </p:txBody>
        </p:sp>
      </p:grpSp>
      <p:sp>
        <p:nvSpPr>
          <p:cNvPr id="5" name="Rectangle 39">
            <a:extLst>
              <a:ext uri="{FF2B5EF4-FFF2-40B4-BE49-F238E27FC236}">
                <a16:creationId xmlns:a16="http://schemas.microsoft.com/office/drawing/2014/main" id="{FAF65BE2-ACB1-B3AC-5990-550DEEB86BEF}"/>
              </a:ext>
            </a:extLst>
          </p:cNvPr>
          <p:cNvSpPr/>
          <p:nvPr/>
        </p:nvSpPr>
        <p:spPr bwMode="auto">
          <a:xfrm>
            <a:off x="1821223" y="1760788"/>
            <a:ext cx="5666727" cy="178780"/>
          </a:xfrm>
          <a:prstGeom prst="rect">
            <a:avLst/>
          </a:prstGeom>
          <a:solidFill>
            <a:schemeClr val="accent2">
              <a:lumMod val="20000"/>
              <a:lumOff val="80000"/>
            </a:schemeClr>
          </a:solid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fr-FR" sz="1000" i="1" kern="0" dirty="0">
                <a:solidFill>
                  <a:prstClr val="black"/>
                </a:solidFill>
                <a:latin typeface="Marianne"/>
                <a:cs typeface="Arial"/>
              </a:rPr>
              <a:t>Se référer au Référentiel d’Architecture et Cadre de Référence existants dans le Confluence SAE</a:t>
            </a:r>
            <a:endParaRPr kumimoji="0" sz="1800" b="0" i="0" u="none" strike="noStrike" kern="0" cap="none" spc="0" normalizeH="0" baseline="0" noProof="0" dirty="0">
              <a:ln>
                <a:noFill/>
              </a:ln>
              <a:solidFill>
                <a:prstClr val="black"/>
              </a:solidFill>
              <a:effectLst/>
              <a:uLnTx/>
              <a:uFillTx/>
              <a:latin typeface="Aptos"/>
              <a:cs typeface="Arial"/>
            </a:endParaRPr>
          </a:p>
        </p:txBody>
      </p:sp>
      <p:sp>
        <p:nvSpPr>
          <p:cNvPr id="6" name="Rectangle 41">
            <a:extLst>
              <a:ext uri="{FF2B5EF4-FFF2-40B4-BE49-F238E27FC236}">
                <a16:creationId xmlns:a16="http://schemas.microsoft.com/office/drawing/2014/main" id="{FEE462A6-BC06-70D8-53B2-EB7A8D756782}"/>
              </a:ext>
            </a:extLst>
          </p:cNvPr>
          <p:cNvSpPr/>
          <p:nvPr/>
        </p:nvSpPr>
        <p:spPr bwMode="auto">
          <a:xfrm>
            <a:off x="1802173" y="2980059"/>
            <a:ext cx="2855995" cy="188778"/>
          </a:xfrm>
          <a:prstGeom prst="rect">
            <a:avLst/>
          </a:prstGeom>
          <a:pattFill prst="pct20">
            <a:fgClr>
              <a:schemeClr val="bg1">
                <a:lumMod val="75000"/>
              </a:schemeClr>
            </a:fgClr>
            <a:bgClr>
              <a:schemeClr val="bg1"/>
            </a:bgClr>
          </a:pattFill>
          <a:ln w="12700">
            <a:noFill/>
            <a:miter lim="400000"/>
          </a:ln>
        </p:spPr>
        <p:txBody>
          <a:bodyPr wrap="square" lIns="25399" tIns="25399" rIns="25399" bIns="25399"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000" b="1" i="1" u="none" strike="noStrike" kern="0" cap="none" spc="0" normalizeH="0" baseline="0" noProof="0" dirty="0">
                <a:ln>
                  <a:noFill/>
                </a:ln>
                <a:solidFill>
                  <a:prstClr val="black"/>
                </a:solidFill>
                <a:effectLst/>
                <a:uLnTx/>
                <a:uFillTx/>
                <a:latin typeface="Marianne"/>
                <a:cs typeface="Arial"/>
              </a:rPr>
              <a:t>Faire préciser les déviations dont il est question</a:t>
            </a:r>
            <a:endParaRPr kumimoji="0" sz="1800" b="1" i="0" u="none" strike="noStrike" kern="0" cap="none" spc="0" normalizeH="0" baseline="0" noProof="0" dirty="0">
              <a:ln>
                <a:noFill/>
              </a:ln>
              <a:solidFill>
                <a:prstClr val="black"/>
              </a:solidFill>
              <a:effectLst/>
              <a:uLnTx/>
              <a:uFillTx/>
              <a:latin typeface="Aptos"/>
              <a:cs typeface="Arial"/>
            </a:endParaRPr>
          </a:p>
        </p:txBody>
      </p:sp>
      <p:sp>
        <p:nvSpPr>
          <p:cNvPr id="7" name="Rectangle 41">
            <a:extLst>
              <a:ext uri="{FF2B5EF4-FFF2-40B4-BE49-F238E27FC236}">
                <a16:creationId xmlns:a16="http://schemas.microsoft.com/office/drawing/2014/main" id="{4B9F7518-AF4C-BDD9-CC6C-4D6CD6F2644D}"/>
              </a:ext>
            </a:extLst>
          </p:cNvPr>
          <p:cNvSpPr/>
          <p:nvPr/>
        </p:nvSpPr>
        <p:spPr bwMode="auto">
          <a:xfrm>
            <a:off x="10144238" y="6581837"/>
            <a:ext cx="1336243" cy="144000"/>
          </a:xfrm>
          <a:prstGeom prst="rect">
            <a:avLst/>
          </a:prstGeom>
          <a:pattFill prst="pct20">
            <a:fgClr>
              <a:schemeClr val="bg1">
                <a:lumMod val="75000"/>
              </a:schemeClr>
            </a:fgClr>
            <a:bgClr>
              <a:schemeClr val="bg1"/>
            </a:bgClr>
          </a:pattFill>
          <a:ln w="12700">
            <a:noFill/>
            <a:miter lim="400000"/>
          </a:ln>
        </p:spPr>
        <p:txBody>
          <a:bodyPr wrap="square" lIns="25399" tIns="25399" rIns="25399" bIns="25399" anchor="ctr">
            <a:noAutofit/>
          </a:bodyPr>
          <a:lstStyle/>
          <a:p>
            <a:r>
              <a:rPr lang="fr-FR" sz="1000" b="1" i="1" kern="0" dirty="0">
                <a:solidFill>
                  <a:prstClr val="black"/>
                </a:solidFill>
                <a:latin typeface="Marianne"/>
                <a:cs typeface="Arial"/>
              </a:rPr>
              <a:t>En attente de précisions</a:t>
            </a:r>
            <a:endParaRPr sz="1000" b="1" i="1" kern="0" dirty="0">
              <a:solidFill>
                <a:prstClr val="black"/>
              </a:solidFill>
              <a:latin typeface="Marianne"/>
              <a:cs typeface="Arial"/>
            </a:endParaRPr>
          </a:p>
        </p:txBody>
      </p:sp>
      <p:sp>
        <p:nvSpPr>
          <p:cNvPr id="8" name="ZoneTexte 7">
            <a:extLst>
              <a:ext uri="{FF2B5EF4-FFF2-40B4-BE49-F238E27FC236}">
                <a16:creationId xmlns:a16="http://schemas.microsoft.com/office/drawing/2014/main" id="{82CD59DE-C274-976E-8D39-C2A7DFCF7D3E}"/>
              </a:ext>
            </a:extLst>
          </p:cNvPr>
          <p:cNvSpPr txBox="1"/>
          <p:nvPr/>
        </p:nvSpPr>
        <p:spPr bwMode="auto">
          <a:xfrm>
            <a:off x="669366" y="985525"/>
            <a:ext cx="1113047" cy="276999"/>
          </a:xfrm>
          <a:prstGeom prst="rect">
            <a:avLst/>
          </a:prstGeom>
          <a:solidFill>
            <a:srgbClr val="002060"/>
          </a:solidFill>
          <a:ln w="12700">
            <a:solidFill>
              <a:schemeClr val="bg1"/>
            </a:solidFill>
          </a:ln>
        </p:spPr>
        <p:txBody>
          <a:bodyPr wrap="square" rtlCol="0">
            <a:spAutoFit/>
          </a:bodyPr>
          <a:lstStyle/>
          <a:p>
            <a:r>
              <a:rPr lang="fr-FR" sz="1200" b="1" dirty="0">
                <a:solidFill>
                  <a:schemeClr val="bg1"/>
                </a:solidFill>
              </a:rPr>
              <a:t>Livrables</a:t>
            </a:r>
          </a:p>
        </p:txBody>
      </p:sp>
      <p:graphicFrame>
        <p:nvGraphicFramePr>
          <p:cNvPr id="10" name="Tableau 68">
            <a:extLst>
              <a:ext uri="{FF2B5EF4-FFF2-40B4-BE49-F238E27FC236}">
                <a16:creationId xmlns:a16="http://schemas.microsoft.com/office/drawing/2014/main" id="{6863FAF5-9AA9-D818-CA44-91A47C44B55B}"/>
              </a:ext>
            </a:extLst>
          </p:cNvPr>
          <p:cNvGraphicFramePr>
            <a:graphicFrameLocks noGrp="1"/>
          </p:cNvGraphicFramePr>
          <p:nvPr>
            <p:extLst>
              <p:ext uri="{D42A27DB-BD31-4B8C-83A1-F6EECF244321}">
                <p14:modId xmlns:p14="http://schemas.microsoft.com/office/powerpoint/2010/main" val="2503692720"/>
              </p:ext>
            </p:extLst>
          </p:nvPr>
        </p:nvGraphicFramePr>
        <p:xfrm>
          <a:off x="1802174" y="984457"/>
          <a:ext cx="10299250" cy="286881"/>
        </p:xfrm>
        <a:graphic>
          <a:graphicData uri="http://schemas.openxmlformats.org/drawingml/2006/table">
            <a:tbl>
              <a:tblPr firstRow="1">
                <a:tableStyleId>{5C22544A-7EE6-4342-B048-85BDC9FD1C3A}</a:tableStyleId>
              </a:tblPr>
              <a:tblGrid>
                <a:gridCol w="10299250">
                  <a:extLst>
                    <a:ext uri="{9D8B030D-6E8A-4147-A177-3AD203B41FA5}">
                      <a16:colId xmlns:a16="http://schemas.microsoft.com/office/drawing/2014/main" val="20000"/>
                    </a:ext>
                  </a:extLst>
                </a:gridCol>
              </a:tblGrid>
              <a:tr h="286881">
                <a:tc>
                  <a:txBody>
                    <a:bodyPr/>
                    <a:lstStyle/>
                    <a:p>
                      <a:pPr algn="ctr">
                        <a:defRPr/>
                      </a:pPr>
                      <a:r>
                        <a:rPr lang="fr-FR" sz="1100" b="1" dirty="0"/>
                        <a:t>Tâches</a:t>
                      </a:r>
                      <a:endParaRPr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3144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711D82-6D7C-6178-0F5F-4665A94DCF2A}"/>
              </a:ext>
            </a:extLst>
          </p:cNvPr>
          <p:cNvSpPr>
            <a:spLocks noGrp="1"/>
          </p:cNvSpPr>
          <p:nvPr>
            <p:ph type="title"/>
          </p:nvPr>
        </p:nvSpPr>
        <p:spPr>
          <a:xfrm>
            <a:off x="461650" y="144389"/>
            <a:ext cx="10954065" cy="424732"/>
          </a:xfrm>
        </p:spPr>
        <p:txBody>
          <a:bodyPr/>
          <a:lstStyle/>
          <a:p>
            <a:r>
              <a:rPr lang="fr-FR" dirty="0"/>
              <a:t>Actions</a:t>
            </a:r>
          </a:p>
        </p:txBody>
      </p:sp>
      <p:sp>
        <p:nvSpPr>
          <p:cNvPr id="3" name="ZoneTexte 2">
            <a:extLst>
              <a:ext uri="{FF2B5EF4-FFF2-40B4-BE49-F238E27FC236}">
                <a16:creationId xmlns:a16="http://schemas.microsoft.com/office/drawing/2014/main" id="{A4D67D6A-73B7-FCFC-EB81-2993FB14C4B8}"/>
              </a:ext>
            </a:extLst>
          </p:cNvPr>
          <p:cNvSpPr txBox="1"/>
          <p:nvPr/>
        </p:nvSpPr>
        <p:spPr>
          <a:xfrm>
            <a:off x="711200" y="1767840"/>
            <a:ext cx="10431206" cy="1384995"/>
          </a:xfrm>
          <a:prstGeom prst="rect">
            <a:avLst/>
          </a:prstGeom>
          <a:noFill/>
        </p:spPr>
        <p:txBody>
          <a:bodyPr wrap="square" rtlCol="0">
            <a:spAutoFit/>
          </a:bodyPr>
          <a:lstStyle/>
          <a:p>
            <a:pPr marL="171450" indent="-171450">
              <a:buFontTx/>
              <a:buChar char="-"/>
            </a:pPr>
            <a:r>
              <a:rPr lang="fr-FR" sz="1200" dirty="0"/>
              <a:t>Avancer entre nous pdt 2 semaines sur le traitement de quelques complétions du référentiel SI, et sur la constitution de groupes de travail pour la mise en œuvre des livrables et de la feuille de route</a:t>
            </a:r>
          </a:p>
          <a:p>
            <a:pPr marL="171450" indent="-171450">
              <a:buFontTx/>
              <a:buChar char="-"/>
            </a:pPr>
            <a:r>
              <a:rPr lang="fr-FR" sz="1200" dirty="0"/>
              <a:t>Créer une page Confluence pour héberger le suivi de nos travaux</a:t>
            </a:r>
          </a:p>
          <a:p>
            <a:pPr marL="171450" indent="-171450">
              <a:buFontTx/>
              <a:buChar char="-"/>
            </a:pPr>
            <a:endParaRPr lang="fr-FR" sz="1200" dirty="0"/>
          </a:p>
          <a:p>
            <a:pPr marL="171450" indent="-171450">
              <a:buFontTx/>
              <a:buChar char="-"/>
            </a:pPr>
            <a:r>
              <a:rPr lang="fr-FR" sz="1200" dirty="0"/>
              <a:t>Vérifier les attentes de </a:t>
            </a:r>
            <a:r>
              <a:rPr lang="fr-FR" sz="1200" dirty="0" err="1"/>
              <a:t>RAmi</a:t>
            </a:r>
            <a:r>
              <a:rPr lang="fr-FR" sz="1200" dirty="0"/>
              <a:t> en termes de </a:t>
            </a:r>
            <a:r>
              <a:rPr lang="fr-FR" sz="1200" dirty="0" err="1"/>
              <a:t>carto</a:t>
            </a:r>
            <a:r>
              <a:rPr lang="fr-FR" sz="1200" dirty="0"/>
              <a:t> techniques (en dessous niveau applicatif)</a:t>
            </a:r>
          </a:p>
          <a:p>
            <a:pPr marL="171450" indent="-171450">
              <a:buFontTx/>
              <a:buChar char="-"/>
            </a:pPr>
            <a:r>
              <a:rPr lang="fr-FR" sz="1200" b="1" i="1" kern="0" dirty="0">
                <a:solidFill>
                  <a:prstClr val="black"/>
                </a:solidFill>
                <a:latin typeface="Marianne"/>
              </a:rPr>
              <a:t>Faire préciser les déviations dont il est question</a:t>
            </a:r>
            <a:endParaRPr lang="fr-FR" sz="2800" b="1" kern="0" dirty="0">
              <a:solidFill>
                <a:prstClr val="black"/>
              </a:solidFill>
            </a:endParaRPr>
          </a:p>
          <a:p>
            <a:pPr marL="171450" indent="-171450">
              <a:buFontTx/>
              <a:buChar char="-"/>
            </a:pPr>
            <a:endParaRPr lang="fr-FR" sz="1200" dirty="0"/>
          </a:p>
        </p:txBody>
      </p:sp>
    </p:spTree>
    <p:extLst>
      <p:ext uri="{BB962C8B-B14F-4D97-AF65-F5344CB8AC3E}">
        <p14:creationId xmlns:p14="http://schemas.microsoft.com/office/powerpoint/2010/main" val="19424990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b0b60b79-b3ab-4d30-9f6c-9c9ced4d8c8e&quot; IsConsolidated=&quot;False&quot; IsTopLevel=&quot;False&quot; Layer=&quot;Harvey 100&quot; Source=&quot;Harvey 100&quot; /&gt;"/>
</p:tagLst>
</file>

<file path=ppt/tags/tag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b0b60b79-b3ab-4d30-9f6c-9c9ced4d8c8e&quot; IsConsolidated=&quot;False&quot; IsTopLevel=&quot;False&quot; Layer=&quot;Harvey 1/100 [1]&quot; Source=&quot;Harvey 100&quot; /&gt;"/>
</p:tagLst>
</file>

<file path=ppt/tags/tag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ppt_operateurs_marianne_logoAnah">
  <a:themeElements>
    <a:clrScheme name="Anah">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Marianne">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ppt_operateurs_marianne_logoAnah">
  <a:themeElements>
    <a:clrScheme name="Anah">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Marianne">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solidFill>
        <a:ln w="19050">
          <a:solidFill>
            <a:srgbClr val="D1E0FF"/>
          </a:solidFill>
          <a:miter lim="400000"/>
        </a:ln>
      </a:spPr>
      <a:bodyPr lIns="25400" tIns="25400" rIns="25400" bIns="25400" anchor="ctr">
        <a:noAutofit/>
      </a:bodyPr>
      <a:lstStyle>
        <a:defPPr marL="0" marR="0" indent="0" algn="ctr" defTabSz="412750" rtl="0" eaLnBrk="1" fontAlgn="auto" latinLnBrk="0" hangingPunct="1">
          <a:lnSpc>
            <a:spcPct val="100000"/>
          </a:lnSpc>
          <a:spcBef>
            <a:spcPts val="300"/>
          </a:spcBef>
          <a:spcAft>
            <a:spcPts val="0"/>
          </a:spcAft>
          <a:buClrTx/>
          <a:buSzTx/>
          <a:buFontTx/>
          <a:buNone/>
          <a:tabLst/>
          <a:defRPr kumimoji="0" sz="1400" b="0" i="0" u="none" strike="noStrike" kern="0" cap="none" spc="0" normalizeH="0" baseline="0" noProof="0">
            <a:ln>
              <a:noFill/>
            </a:ln>
            <a:solidFill>
              <a:srgbClr val="FFFFFF"/>
            </a:solidFill>
            <a:effectLst/>
            <a:uLnTx/>
            <a:uFillTx/>
            <a:latin typeface="Marianne" panose="02000000000000000000" pitchFamily="50" charset="0"/>
            <a:ea typeface="+mn-ea"/>
            <a:cs typeface="Arial"/>
          </a:defRPr>
        </a:defPPr>
      </a:lstStyle>
    </a:spDef>
  </a:objectDefaults>
  <a:extraClrSchemeLst/>
</a:theme>
</file>

<file path=ppt/theme/theme4.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dea8b7-9eaa-40b7-9fe0-5c9e237036c0}"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2427</TotalTime>
  <Words>956</Words>
  <Application>Microsoft Office PowerPoint</Application>
  <PresentationFormat>Grand écran</PresentationFormat>
  <Paragraphs>146</Paragraphs>
  <Slides>6</Slides>
  <Notes>3</Notes>
  <HiddenSlides>0</HiddenSlides>
  <MMClips>0</MMClips>
  <ScaleCrop>false</ScaleCrop>
  <HeadingPairs>
    <vt:vector size="8" baseType="variant">
      <vt:variant>
        <vt:lpstr>Polices utilisées</vt:lpstr>
      </vt:variant>
      <vt:variant>
        <vt:i4>8</vt:i4>
      </vt:variant>
      <vt:variant>
        <vt:lpstr>Thème</vt:lpstr>
      </vt:variant>
      <vt:variant>
        <vt:i4>4</vt:i4>
      </vt:variant>
      <vt:variant>
        <vt:lpstr>Serveurs OLE incorporés</vt:lpstr>
      </vt:variant>
      <vt:variant>
        <vt:i4>2</vt:i4>
      </vt:variant>
      <vt:variant>
        <vt:lpstr>Titres des diapositives</vt:lpstr>
      </vt:variant>
      <vt:variant>
        <vt:i4>6</vt:i4>
      </vt:variant>
    </vt:vector>
  </HeadingPairs>
  <TitlesOfParts>
    <vt:vector size="20" baseType="lpstr">
      <vt:lpstr>Aptos</vt:lpstr>
      <vt:lpstr>Aptos Display</vt:lpstr>
      <vt:lpstr>Arial</vt:lpstr>
      <vt:lpstr>Calibri</vt:lpstr>
      <vt:lpstr>marianne</vt:lpstr>
      <vt:lpstr>marianne</vt:lpstr>
      <vt:lpstr>Symbol</vt:lpstr>
      <vt:lpstr>Wingdings</vt:lpstr>
      <vt:lpstr>Thème Office</vt:lpstr>
      <vt:lpstr>1_ppt_operateurs_marianne_logoAnah</vt:lpstr>
      <vt:lpstr>2_ppt_operateurs_marianne_logoAnah</vt:lpstr>
      <vt:lpstr>1_Thème Office</vt:lpstr>
      <vt:lpstr>think-cell Slide</vt:lpstr>
      <vt:lpstr>oleObj</vt:lpstr>
      <vt:lpstr>L’offre de service du SAE repose sur trois piliers</vt:lpstr>
      <vt:lpstr>Zoom sur le cadre de référence</vt:lpstr>
      <vt:lpstr>Présentation PowerPoint</vt:lpstr>
      <vt:lpstr>Présentation PowerPoint</vt:lpstr>
      <vt:lpstr>Présentation PowerPoint</vt:lpstr>
      <vt:lpstr>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MERCIER, Laure</dc:creator>
  <cp:lastModifiedBy>MERCIER, Laure</cp:lastModifiedBy>
  <cp:revision>2</cp:revision>
  <dcterms:created xsi:type="dcterms:W3CDTF">2026-02-16T09:23:41Z</dcterms:created>
  <dcterms:modified xsi:type="dcterms:W3CDTF">2026-03-04T15:10:46Z</dcterms:modified>
</cp:coreProperties>
</file>